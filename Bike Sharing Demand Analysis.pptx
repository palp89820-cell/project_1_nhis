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ppt/charts/chart3.xml" ContentType="application/vnd.openxmlformats-officedocument.drawingml.chart+xml"/>
  <Override PartName="/ppt/charts/style3.xml" ContentType="application/vnd.ms-office.chartstyle+xml"/>
  <Override PartName="/ppt/charts/colors3.xml" ContentType="application/vnd.ms-office.chartcolorstyl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  <p:sldId id="259" r:id="rId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3399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B7962DBA-CD14-4E06-885F-A264D73C6918}" v="27" dt="2026-01-20T10:39:44.612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65" d="100"/>
          <a:sy n="65" d="100"/>
        </p:scale>
        <p:origin x="936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microsoft.com/office/2015/10/relationships/revisionInfo" Target="revisionInfo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mohammad.irfan\Downloads\Project%20D1.xlsx" TargetMode="External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mohammad.irfan\Downloads\Project%20D1.xlsx" TargetMode="External"/><Relationship Id="rId2" Type="http://schemas.microsoft.com/office/2011/relationships/chartColorStyle" Target="colors2.xml"/><Relationship Id="rId1" Type="http://schemas.microsoft.com/office/2011/relationships/chartStyle" Target="style2.xml"/></Relationships>
</file>

<file path=ppt/charts/_rels/chart3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mohammad.irfan\Downloads\Project%20D1.xlsx" TargetMode="External"/><Relationship Id="rId2" Type="http://schemas.microsoft.com/office/2011/relationships/chartColorStyle" Target="colors3.xml"/><Relationship Id="rId1" Type="http://schemas.microsoft.com/office/2011/relationships/chartStyle" Target="style3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pivotSource>
    <c:name>[Project D1.xlsx]Monthly!PivotTable1</c:name>
    <c:fmtId val="3"/>
  </c:pivotSource>
  <c:chart>
    <c:title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ivotFmts>
      <c:pivotFmt>
        <c:idx val="0"/>
        <c:spPr>
          <a:solidFill>
            <a:schemeClr val="accent1"/>
          </a:solidFill>
          <a:ln>
            <a:noFill/>
          </a:ln>
          <a:effectLst/>
          <a:sp3d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"/>
        <c:spPr>
          <a:solidFill>
            <a:schemeClr val="accent1"/>
          </a:solidFill>
          <a:ln>
            <a:noFill/>
          </a:ln>
          <a:effectLst/>
          <a:sp3d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"/>
        <c:spPr>
          <a:solidFill>
            <a:schemeClr val="accent1"/>
          </a:solidFill>
          <a:ln>
            <a:noFill/>
          </a:ln>
          <a:effectLst/>
          <a:sp3d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</c:pivotFmts>
    <c:view3D>
      <c:rotX val="15"/>
      <c:rotY val="20"/>
      <c:depthPercent val="100"/>
      <c:rAngAx val="1"/>
    </c:view3D>
    <c:floor>
      <c:thickness val="0"/>
      <c:spPr>
        <a:noFill/>
        <a:ln>
          <a:noFill/>
        </a:ln>
        <a:effectLst/>
        <a:sp3d/>
      </c:spPr>
    </c:floor>
    <c:sideWall>
      <c:thickness val="0"/>
      <c:spPr>
        <a:noFill/>
        <a:ln>
          <a:noFill/>
        </a:ln>
        <a:effectLst/>
        <a:sp3d/>
      </c:spPr>
    </c:sideWall>
    <c:backWall>
      <c:thickness val="0"/>
      <c:spPr>
        <a:noFill/>
        <a:ln>
          <a:noFill/>
        </a:ln>
        <a:effectLst/>
        <a:sp3d/>
      </c:spPr>
    </c:backWall>
    <c:plotArea>
      <c:layout/>
      <c:bar3DChart>
        <c:barDir val="col"/>
        <c:grouping val="stacked"/>
        <c:varyColors val="0"/>
        <c:ser>
          <c:idx val="0"/>
          <c:order val="0"/>
          <c:tx>
            <c:strRef>
              <c:f>Monthly!$B$3</c:f>
              <c:strCache>
                <c:ptCount val="1"/>
                <c:pt idx="0">
                  <c:v>Total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  <a:sp3d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Monthly!$A$4:$A$6</c:f>
              <c:strCache>
                <c:ptCount val="2"/>
                <c:pt idx="0">
                  <c:v>January</c:v>
                </c:pt>
                <c:pt idx="1">
                  <c:v>Febuary</c:v>
                </c:pt>
              </c:strCache>
            </c:strRef>
          </c:cat>
          <c:val>
            <c:numRef>
              <c:f>Monthly!$B$4:$B$6</c:f>
              <c:numCache>
                <c:formatCode>General</c:formatCode>
                <c:ptCount val="2"/>
                <c:pt idx="0">
                  <c:v>688</c:v>
                </c:pt>
                <c:pt idx="1">
                  <c:v>312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F53C-4263-964C-18693AD7FE9E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shape val="box"/>
        <c:axId val="1953374400"/>
        <c:axId val="1953371040"/>
        <c:axId val="0"/>
      </c:bar3DChart>
      <c:catAx>
        <c:axId val="1953374400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953371040"/>
        <c:crosses val="autoZero"/>
        <c:auto val="1"/>
        <c:lblAlgn val="ctr"/>
        <c:lblOffset val="100"/>
        <c:noMultiLvlLbl val="0"/>
      </c:catAx>
      <c:valAx>
        <c:axId val="1953371040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953374400"/>
        <c:crosses val="autoZero"/>
        <c:crossBetween val="between"/>
      </c:valAx>
      <c:dTable>
        <c:showHorzBorder val="1"/>
        <c:showVertBorder val="1"/>
        <c:showOutline val="1"/>
        <c:showKeys val="1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0" spcFirstLastPara="1" vertOverflow="ellipsis" vert="horz" wrap="square" anchor="ctr" anchorCtr="1"/>
          <a:lstStyle/>
          <a:p>
            <a:pPr rtl="0"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</c:dTable>
      <c:spPr>
        <a:noFill/>
        <a:ln>
          <a:noFill/>
        </a:ln>
        <a:effectLst/>
      </c:spPr>
    </c:plotArea>
    <c:legend>
      <c:legendPos val="r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  <c:extLst>
    <c:ext xmlns:c14="http://schemas.microsoft.com/office/drawing/2007/8/2/chart" uri="{781A3756-C4B2-4CAC-9D66-4F8BD8637D16}">
      <c14:pivotOptions>
        <c14:dropZoneFilter val="1"/>
        <c14:dropZoneCategories val="1"/>
        <c14:dropZoneData val="1"/>
        <c14:dropZoneSeries val="1"/>
        <c14:dropZonesVisible val="1"/>
      </c14:pivotOptions>
    </c:ext>
    <c:ext xmlns:c16="http://schemas.microsoft.com/office/drawing/2014/chart" uri="{E28EC0CA-F0BB-4C9C-879D-F8772B89E7AC}">
      <c16:pivotOptions16>
        <c16:showExpandCollapseFieldButtons val="1"/>
      </c16:pivotOptions16>
    </c:ext>
  </c:extLst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pivotSource>
    <c:name>[Project D1.xlsx]Hour &amp; Monthly C!PivotTable3</c:name>
    <c:fmtId val="8"/>
  </c:pivotSource>
  <c:chart>
    <c:autoTitleDeleted val="0"/>
    <c:pivotFmts>
      <c:pivotFmt>
        <c:idx val="0"/>
        <c:spPr>
          <a:pattFill prst="ltUpDiag">
            <a:fgClr>
              <a:schemeClr val="accent1"/>
            </a:fgClr>
            <a:bgClr>
              <a:schemeClr val="lt1"/>
            </a:bgClr>
          </a:pattFill>
          <a:ln w="34925" cap="rnd">
            <a:solidFill>
              <a:schemeClr val="lt1"/>
            </a:solidFill>
            <a:round/>
          </a:ln>
          <a:effectLst>
            <a:outerShdw dist="25400" dir="2700000" algn="tl" rotWithShape="0">
              <a:schemeClr val="accent1"/>
            </a:outerShdw>
          </a:effectLst>
        </c:spPr>
        <c:marker>
          <c:symbol val="circle"/>
          <c:size val="5"/>
          <c:spPr>
            <a:solidFill>
              <a:schemeClr val="accent1"/>
            </a:solidFill>
            <a:ln w="22225">
              <a:solidFill>
                <a:schemeClr val="lt1"/>
              </a:solidFill>
              <a:round/>
            </a:ln>
            <a:effectLst/>
          </c:spPr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1" i="0" u="none" strike="noStrike" kern="1200" baseline="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t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"/>
        <c:spPr>
          <a:pattFill prst="ltUpDiag">
            <a:fgClr>
              <a:schemeClr val="accent1"/>
            </a:fgClr>
            <a:bgClr>
              <a:schemeClr val="lt1"/>
            </a:bgClr>
          </a:pattFill>
          <a:ln w="34925" cap="rnd">
            <a:solidFill>
              <a:schemeClr val="lt1"/>
            </a:solidFill>
            <a:round/>
          </a:ln>
          <a:effectLst>
            <a:outerShdw dist="25400" dir="2700000" algn="tl" rotWithShape="0">
              <a:schemeClr val="accent1"/>
            </a:outerShdw>
          </a:effectLst>
        </c:spPr>
        <c:marker>
          <c:spPr>
            <a:solidFill>
              <a:schemeClr val="accent1"/>
            </a:solidFill>
            <a:ln w="22225">
              <a:solidFill>
                <a:schemeClr val="lt1"/>
              </a:solidFill>
              <a:round/>
            </a:ln>
            <a:effectLst/>
          </c:spPr>
        </c:marker>
        <c:dLbl>
          <c:idx val="0"/>
          <c:dLblPos val="t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"/>
        <c:spPr>
          <a:pattFill prst="ltUpDiag">
            <a:fgClr>
              <a:schemeClr val="accent1"/>
            </a:fgClr>
            <a:bgClr>
              <a:schemeClr val="lt1"/>
            </a:bgClr>
          </a:pattFill>
          <a:ln w="34925" cap="rnd">
            <a:solidFill>
              <a:schemeClr val="lt1"/>
            </a:solidFill>
            <a:round/>
          </a:ln>
          <a:effectLst>
            <a:outerShdw dist="25400" dir="2700000" algn="tl" rotWithShape="0">
              <a:schemeClr val="accent1"/>
            </a:outerShdw>
          </a:effectLst>
        </c:spPr>
        <c:marker>
          <c:spPr>
            <a:solidFill>
              <a:schemeClr val="accent1"/>
            </a:solidFill>
            <a:ln w="22225">
              <a:solidFill>
                <a:schemeClr val="lt1"/>
              </a:solidFill>
              <a:round/>
            </a:ln>
            <a:effectLst/>
          </c:spPr>
        </c:marker>
        <c:dLbl>
          <c:idx val="0"/>
          <c:dLblPos val="t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3"/>
        <c:spPr>
          <a:pattFill prst="ltUpDiag">
            <a:fgClr>
              <a:schemeClr val="accent1"/>
            </a:fgClr>
            <a:bgClr>
              <a:schemeClr val="lt1"/>
            </a:bgClr>
          </a:pattFill>
          <a:ln w="34925" cap="rnd">
            <a:solidFill>
              <a:schemeClr val="lt1"/>
            </a:solidFill>
            <a:round/>
          </a:ln>
          <a:effectLst>
            <a:outerShdw dist="25400" dir="2700000" algn="tl" rotWithShape="0">
              <a:schemeClr val="accent1"/>
            </a:outerShdw>
          </a:effectLst>
        </c:spPr>
        <c:marker>
          <c:spPr>
            <a:solidFill>
              <a:schemeClr val="accent1"/>
            </a:solidFill>
            <a:ln w="22225">
              <a:solidFill>
                <a:schemeClr val="lt1"/>
              </a:solidFill>
              <a:round/>
            </a:ln>
            <a:effectLst/>
          </c:spPr>
        </c:marker>
        <c:dLbl>
          <c:idx val="0"/>
          <c:dLblPos val="t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4"/>
        <c:spPr>
          <a:pattFill prst="ltUpDiag">
            <a:fgClr>
              <a:schemeClr val="accent1"/>
            </a:fgClr>
            <a:bgClr>
              <a:schemeClr val="lt1"/>
            </a:bgClr>
          </a:pattFill>
          <a:ln w="34925" cap="rnd">
            <a:solidFill>
              <a:schemeClr val="lt1"/>
            </a:solidFill>
            <a:round/>
          </a:ln>
          <a:effectLst>
            <a:outerShdw dist="25400" dir="2700000" algn="tl" rotWithShape="0">
              <a:schemeClr val="accent1"/>
            </a:outerShdw>
          </a:effectLst>
        </c:spPr>
        <c:marker>
          <c:spPr>
            <a:solidFill>
              <a:schemeClr val="accent1"/>
            </a:solidFill>
            <a:ln w="22225">
              <a:solidFill>
                <a:schemeClr val="lt1"/>
              </a:solidFill>
              <a:round/>
            </a:ln>
            <a:effectLst/>
          </c:spPr>
        </c:marker>
        <c:dLbl>
          <c:idx val="0"/>
          <c:dLblPos val="t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5"/>
        <c:spPr>
          <a:pattFill prst="ltUpDiag">
            <a:fgClr>
              <a:schemeClr val="accent1"/>
            </a:fgClr>
            <a:bgClr>
              <a:schemeClr val="lt1"/>
            </a:bgClr>
          </a:pattFill>
          <a:ln w="34925" cap="rnd">
            <a:solidFill>
              <a:schemeClr val="lt1"/>
            </a:solidFill>
            <a:round/>
          </a:ln>
          <a:effectLst>
            <a:outerShdw dist="25400" dir="2700000" algn="tl" rotWithShape="0">
              <a:schemeClr val="accent1"/>
            </a:outerShdw>
          </a:effectLst>
        </c:spPr>
        <c:marker>
          <c:spPr>
            <a:solidFill>
              <a:schemeClr val="accent1"/>
            </a:solidFill>
            <a:ln w="22225">
              <a:solidFill>
                <a:schemeClr val="lt1"/>
              </a:solidFill>
              <a:round/>
            </a:ln>
            <a:effectLst/>
          </c:spPr>
        </c:marker>
        <c:dLbl>
          <c:idx val="0"/>
          <c:dLblPos val="t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6"/>
        <c:spPr>
          <a:pattFill prst="ltUpDiag">
            <a:fgClr>
              <a:schemeClr val="accent1"/>
            </a:fgClr>
            <a:bgClr>
              <a:schemeClr val="lt1"/>
            </a:bgClr>
          </a:pattFill>
          <a:ln w="34925" cap="rnd">
            <a:solidFill>
              <a:schemeClr val="lt1"/>
            </a:solidFill>
            <a:round/>
          </a:ln>
          <a:effectLst>
            <a:outerShdw dist="25400" dir="2700000" algn="tl" rotWithShape="0">
              <a:schemeClr val="accent1"/>
            </a:outerShdw>
          </a:effectLst>
        </c:spPr>
        <c:marker>
          <c:spPr>
            <a:solidFill>
              <a:schemeClr val="accent1"/>
            </a:solidFill>
            <a:ln w="22225">
              <a:solidFill>
                <a:schemeClr val="lt1"/>
              </a:solidFill>
              <a:round/>
            </a:ln>
            <a:effectLst/>
          </c:spPr>
        </c:marker>
        <c:dLbl>
          <c:idx val="0"/>
          <c:dLblPos val="t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7"/>
        <c:spPr>
          <a:pattFill prst="ltUpDiag">
            <a:fgClr>
              <a:schemeClr val="accent1"/>
            </a:fgClr>
            <a:bgClr>
              <a:schemeClr val="lt1"/>
            </a:bgClr>
          </a:pattFill>
          <a:ln w="34925" cap="rnd">
            <a:solidFill>
              <a:schemeClr val="lt1"/>
            </a:solidFill>
            <a:round/>
          </a:ln>
          <a:effectLst>
            <a:outerShdw dist="25400" dir="2700000" algn="tl" rotWithShape="0">
              <a:schemeClr val="accent1"/>
            </a:outerShdw>
          </a:effectLst>
        </c:spPr>
        <c:marker>
          <c:spPr>
            <a:solidFill>
              <a:schemeClr val="accent1"/>
            </a:solidFill>
            <a:ln w="22225">
              <a:solidFill>
                <a:schemeClr val="lt1"/>
              </a:solidFill>
              <a:round/>
            </a:ln>
            <a:effectLst/>
          </c:spPr>
        </c:marker>
        <c:dLbl>
          <c:idx val="0"/>
          <c:dLblPos val="t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8"/>
        <c:spPr>
          <a:pattFill prst="ltUpDiag">
            <a:fgClr>
              <a:schemeClr val="accent1"/>
            </a:fgClr>
            <a:bgClr>
              <a:schemeClr val="lt1"/>
            </a:bgClr>
          </a:pattFill>
          <a:ln w="34925" cap="rnd">
            <a:solidFill>
              <a:schemeClr val="lt1"/>
            </a:solidFill>
            <a:round/>
          </a:ln>
          <a:effectLst>
            <a:outerShdw dist="25400" dir="2700000" algn="tl" rotWithShape="0">
              <a:schemeClr val="accent1"/>
            </a:outerShdw>
          </a:effectLst>
        </c:spPr>
        <c:marker>
          <c:spPr>
            <a:solidFill>
              <a:schemeClr val="accent1"/>
            </a:solidFill>
            <a:ln w="22225">
              <a:solidFill>
                <a:schemeClr val="lt1"/>
              </a:solidFill>
              <a:round/>
            </a:ln>
            <a:effectLst/>
          </c:spPr>
        </c:marker>
        <c:dLbl>
          <c:idx val="0"/>
          <c:dLblPos val="t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9"/>
        <c:spPr>
          <a:pattFill prst="ltUpDiag">
            <a:fgClr>
              <a:schemeClr val="accent1"/>
            </a:fgClr>
            <a:bgClr>
              <a:schemeClr val="lt1"/>
            </a:bgClr>
          </a:pattFill>
          <a:ln w="34925" cap="rnd">
            <a:solidFill>
              <a:schemeClr val="lt1"/>
            </a:solidFill>
            <a:round/>
          </a:ln>
          <a:effectLst>
            <a:outerShdw dist="25400" dir="2700000" algn="tl" rotWithShape="0">
              <a:schemeClr val="accent1"/>
            </a:outerShdw>
          </a:effectLst>
        </c:spPr>
        <c:marker>
          <c:spPr>
            <a:solidFill>
              <a:schemeClr val="accent1"/>
            </a:solidFill>
            <a:ln w="22225">
              <a:solidFill>
                <a:schemeClr val="lt1"/>
              </a:solidFill>
              <a:round/>
            </a:ln>
            <a:effectLst/>
          </c:spPr>
        </c:marker>
        <c:dLbl>
          <c:idx val="0"/>
          <c:dLblPos val="t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0"/>
        <c:spPr>
          <a:pattFill prst="ltUpDiag">
            <a:fgClr>
              <a:schemeClr val="accent1"/>
            </a:fgClr>
            <a:bgClr>
              <a:schemeClr val="lt1"/>
            </a:bgClr>
          </a:pattFill>
          <a:ln w="34925" cap="rnd">
            <a:solidFill>
              <a:schemeClr val="lt1"/>
            </a:solidFill>
            <a:round/>
          </a:ln>
          <a:effectLst>
            <a:outerShdw dist="25400" dir="2700000" algn="tl" rotWithShape="0">
              <a:schemeClr val="accent1"/>
            </a:outerShdw>
          </a:effectLst>
        </c:spPr>
        <c:marker>
          <c:spPr>
            <a:solidFill>
              <a:schemeClr val="accent1"/>
            </a:solidFill>
            <a:ln w="22225">
              <a:solidFill>
                <a:schemeClr val="lt1"/>
              </a:solidFill>
              <a:round/>
            </a:ln>
            <a:effectLst/>
          </c:spPr>
        </c:marker>
        <c:dLbl>
          <c:idx val="0"/>
          <c:dLblPos val="t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1"/>
        <c:spPr>
          <a:pattFill prst="ltUpDiag">
            <a:fgClr>
              <a:schemeClr val="accent1"/>
            </a:fgClr>
            <a:bgClr>
              <a:schemeClr val="lt1"/>
            </a:bgClr>
          </a:pattFill>
          <a:ln w="34925" cap="rnd">
            <a:solidFill>
              <a:schemeClr val="lt1"/>
            </a:solidFill>
            <a:round/>
          </a:ln>
          <a:effectLst>
            <a:outerShdw dist="25400" dir="2700000" algn="tl" rotWithShape="0">
              <a:schemeClr val="accent1"/>
            </a:outerShdw>
          </a:effectLst>
        </c:spPr>
        <c:marker>
          <c:spPr>
            <a:solidFill>
              <a:schemeClr val="accent1"/>
            </a:solidFill>
            <a:ln w="22225">
              <a:solidFill>
                <a:schemeClr val="lt1"/>
              </a:solidFill>
              <a:round/>
            </a:ln>
            <a:effectLst/>
          </c:spPr>
        </c:marker>
        <c:dLbl>
          <c:idx val="0"/>
          <c:dLblPos val="t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2"/>
        <c:spPr>
          <a:pattFill prst="ltUpDiag">
            <a:fgClr>
              <a:schemeClr val="accent1"/>
            </a:fgClr>
            <a:bgClr>
              <a:schemeClr val="lt1"/>
            </a:bgClr>
          </a:pattFill>
          <a:ln w="34925" cap="rnd">
            <a:solidFill>
              <a:schemeClr val="lt1"/>
            </a:solidFill>
            <a:round/>
          </a:ln>
          <a:effectLst>
            <a:outerShdw dist="25400" dir="2700000" algn="tl" rotWithShape="0">
              <a:schemeClr val="accent1"/>
            </a:outerShdw>
          </a:effectLst>
        </c:spPr>
        <c:marker>
          <c:spPr>
            <a:solidFill>
              <a:schemeClr val="accent1"/>
            </a:solidFill>
            <a:ln w="22225">
              <a:solidFill>
                <a:schemeClr val="lt1"/>
              </a:solidFill>
              <a:round/>
            </a:ln>
            <a:effectLst/>
          </c:spPr>
        </c:marker>
        <c:dLbl>
          <c:idx val="0"/>
          <c:dLblPos val="t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3"/>
        <c:spPr>
          <a:pattFill prst="ltUpDiag">
            <a:fgClr>
              <a:schemeClr val="accent1"/>
            </a:fgClr>
            <a:bgClr>
              <a:schemeClr val="lt1"/>
            </a:bgClr>
          </a:pattFill>
          <a:ln w="34925" cap="rnd">
            <a:solidFill>
              <a:schemeClr val="lt1"/>
            </a:solidFill>
            <a:round/>
          </a:ln>
          <a:effectLst>
            <a:outerShdw dist="25400" dir="2700000" algn="tl" rotWithShape="0">
              <a:schemeClr val="accent1"/>
            </a:outerShdw>
          </a:effectLst>
        </c:spPr>
        <c:marker>
          <c:spPr>
            <a:solidFill>
              <a:schemeClr val="accent1"/>
            </a:solidFill>
            <a:ln w="22225">
              <a:solidFill>
                <a:schemeClr val="lt1"/>
              </a:solidFill>
              <a:round/>
            </a:ln>
            <a:effectLst/>
          </c:spPr>
        </c:marker>
        <c:dLbl>
          <c:idx val="0"/>
          <c:dLblPos val="t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4"/>
        <c:spPr>
          <a:pattFill prst="ltUpDiag">
            <a:fgClr>
              <a:schemeClr val="accent1"/>
            </a:fgClr>
            <a:bgClr>
              <a:schemeClr val="lt1"/>
            </a:bgClr>
          </a:pattFill>
          <a:ln w="34925" cap="rnd">
            <a:solidFill>
              <a:schemeClr val="lt1"/>
            </a:solidFill>
            <a:round/>
          </a:ln>
          <a:effectLst>
            <a:outerShdw dist="25400" dir="2700000" algn="tl" rotWithShape="0">
              <a:schemeClr val="accent1"/>
            </a:outerShdw>
          </a:effectLst>
        </c:spPr>
        <c:marker>
          <c:spPr>
            <a:solidFill>
              <a:schemeClr val="accent1"/>
            </a:solidFill>
            <a:ln w="22225">
              <a:solidFill>
                <a:schemeClr val="lt1"/>
              </a:solidFill>
              <a:round/>
            </a:ln>
            <a:effectLst/>
          </c:spPr>
        </c:marker>
        <c:dLbl>
          <c:idx val="0"/>
          <c:dLblPos val="t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5"/>
        <c:spPr>
          <a:pattFill prst="ltUpDiag">
            <a:fgClr>
              <a:schemeClr val="accent1"/>
            </a:fgClr>
            <a:bgClr>
              <a:schemeClr val="lt1"/>
            </a:bgClr>
          </a:pattFill>
          <a:ln w="34925" cap="rnd">
            <a:solidFill>
              <a:schemeClr val="lt1"/>
            </a:solidFill>
            <a:round/>
          </a:ln>
          <a:effectLst>
            <a:outerShdw dist="25400" dir="2700000" algn="tl" rotWithShape="0">
              <a:schemeClr val="accent1"/>
            </a:outerShdw>
          </a:effectLst>
        </c:spPr>
        <c:marker>
          <c:spPr>
            <a:solidFill>
              <a:schemeClr val="accent1"/>
            </a:solidFill>
            <a:ln w="22225">
              <a:solidFill>
                <a:schemeClr val="lt1"/>
              </a:solidFill>
              <a:round/>
            </a:ln>
            <a:effectLst/>
          </c:spPr>
        </c:marker>
        <c:dLbl>
          <c:idx val="0"/>
          <c:dLblPos val="t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6"/>
        <c:spPr>
          <a:pattFill prst="ltUpDiag">
            <a:fgClr>
              <a:schemeClr val="accent1"/>
            </a:fgClr>
            <a:bgClr>
              <a:schemeClr val="lt1"/>
            </a:bgClr>
          </a:pattFill>
          <a:ln w="34925" cap="rnd">
            <a:solidFill>
              <a:schemeClr val="lt1"/>
            </a:solidFill>
            <a:round/>
          </a:ln>
          <a:effectLst>
            <a:outerShdw dist="25400" dir="2700000" algn="tl" rotWithShape="0">
              <a:schemeClr val="accent1"/>
            </a:outerShdw>
          </a:effectLst>
        </c:spPr>
        <c:marker>
          <c:spPr>
            <a:solidFill>
              <a:schemeClr val="accent1"/>
            </a:solidFill>
            <a:ln w="22225">
              <a:solidFill>
                <a:schemeClr val="lt1"/>
              </a:solidFill>
              <a:round/>
            </a:ln>
            <a:effectLst/>
          </c:spPr>
        </c:marker>
        <c:dLbl>
          <c:idx val="0"/>
          <c:dLblPos val="t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7"/>
        <c:spPr>
          <a:pattFill prst="ltUpDiag">
            <a:fgClr>
              <a:schemeClr val="accent1"/>
            </a:fgClr>
            <a:bgClr>
              <a:schemeClr val="lt1"/>
            </a:bgClr>
          </a:pattFill>
          <a:ln w="34925" cap="rnd">
            <a:solidFill>
              <a:schemeClr val="lt1"/>
            </a:solidFill>
            <a:round/>
          </a:ln>
          <a:effectLst>
            <a:outerShdw dist="25400" dir="2700000" algn="tl" rotWithShape="0">
              <a:schemeClr val="accent1"/>
            </a:outerShdw>
          </a:effectLst>
        </c:spPr>
        <c:marker>
          <c:spPr>
            <a:solidFill>
              <a:schemeClr val="accent1"/>
            </a:solidFill>
            <a:ln w="22225">
              <a:solidFill>
                <a:schemeClr val="lt1"/>
              </a:solidFill>
              <a:round/>
            </a:ln>
            <a:effectLst/>
          </c:spPr>
        </c:marker>
        <c:dLbl>
          <c:idx val="0"/>
          <c:dLblPos val="t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8"/>
        <c:spPr>
          <a:pattFill prst="ltUpDiag">
            <a:fgClr>
              <a:schemeClr val="accent1"/>
            </a:fgClr>
            <a:bgClr>
              <a:schemeClr val="lt1"/>
            </a:bgClr>
          </a:pattFill>
          <a:ln w="34925" cap="rnd">
            <a:solidFill>
              <a:schemeClr val="lt1"/>
            </a:solidFill>
            <a:round/>
          </a:ln>
          <a:effectLst>
            <a:outerShdw dist="25400" dir="2700000" algn="tl" rotWithShape="0">
              <a:schemeClr val="accent1"/>
            </a:outerShdw>
          </a:effectLst>
        </c:spPr>
        <c:marker>
          <c:spPr>
            <a:solidFill>
              <a:schemeClr val="accent1"/>
            </a:solidFill>
            <a:ln w="22225">
              <a:solidFill>
                <a:schemeClr val="lt1"/>
              </a:solidFill>
              <a:round/>
            </a:ln>
            <a:effectLst/>
          </c:spPr>
        </c:marker>
        <c:dLbl>
          <c:idx val="0"/>
          <c:dLblPos val="t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9"/>
        <c:spPr>
          <a:pattFill prst="ltUpDiag">
            <a:fgClr>
              <a:schemeClr val="accent1"/>
            </a:fgClr>
            <a:bgClr>
              <a:schemeClr val="lt1"/>
            </a:bgClr>
          </a:pattFill>
          <a:ln w="34925" cap="rnd">
            <a:solidFill>
              <a:schemeClr val="lt1"/>
            </a:solidFill>
            <a:round/>
          </a:ln>
          <a:effectLst>
            <a:outerShdw dist="25400" dir="2700000" algn="tl" rotWithShape="0">
              <a:schemeClr val="accent1"/>
            </a:outerShdw>
          </a:effectLst>
        </c:spPr>
        <c:marker>
          <c:spPr>
            <a:solidFill>
              <a:schemeClr val="accent1"/>
            </a:solidFill>
            <a:ln w="22225">
              <a:solidFill>
                <a:schemeClr val="lt1"/>
              </a:solidFill>
              <a:round/>
            </a:ln>
            <a:effectLst/>
          </c:spPr>
        </c:marker>
        <c:dLbl>
          <c:idx val="0"/>
          <c:dLblPos val="t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0"/>
        <c:spPr>
          <a:pattFill prst="ltUpDiag">
            <a:fgClr>
              <a:schemeClr val="accent1"/>
            </a:fgClr>
            <a:bgClr>
              <a:schemeClr val="lt1"/>
            </a:bgClr>
          </a:pattFill>
          <a:ln w="34925" cap="rnd">
            <a:solidFill>
              <a:schemeClr val="lt1"/>
            </a:solidFill>
            <a:round/>
          </a:ln>
          <a:effectLst>
            <a:outerShdw dist="25400" dir="2700000" algn="tl" rotWithShape="0">
              <a:schemeClr val="accent1"/>
            </a:outerShdw>
          </a:effectLst>
        </c:spPr>
        <c:marker>
          <c:spPr>
            <a:solidFill>
              <a:schemeClr val="accent1"/>
            </a:solidFill>
            <a:ln w="22225">
              <a:solidFill>
                <a:schemeClr val="lt1"/>
              </a:solidFill>
              <a:round/>
            </a:ln>
            <a:effectLst/>
          </c:spPr>
        </c:marker>
        <c:dLbl>
          <c:idx val="0"/>
          <c:dLblPos val="t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1"/>
        <c:spPr>
          <a:pattFill prst="ltUpDiag">
            <a:fgClr>
              <a:schemeClr val="accent1"/>
            </a:fgClr>
            <a:bgClr>
              <a:schemeClr val="lt1"/>
            </a:bgClr>
          </a:pattFill>
          <a:ln w="34925" cap="rnd">
            <a:solidFill>
              <a:schemeClr val="lt1"/>
            </a:solidFill>
            <a:round/>
          </a:ln>
          <a:effectLst>
            <a:outerShdw dist="25400" dir="2700000" algn="tl" rotWithShape="0">
              <a:schemeClr val="accent1"/>
            </a:outerShdw>
          </a:effectLst>
        </c:spPr>
        <c:marker>
          <c:spPr>
            <a:solidFill>
              <a:schemeClr val="accent1"/>
            </a:solidFill>
            <a:ln w="22225">
              <a:solidFill>
                <a:schemeClr val="lt1"/>
              </a:solidFill>
              <a:round/>
            </a:ln>
            <a:effectLst/>
          </c:spPr>
        </c:marker>
        <c:dLbl>
          <c:idx val="0"/>
          <c:dLblPos val="t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2"/>
        <c:spPr>
          <a:pattFill prst="ltUpDiag">
            <a:fgClr>
              <a:schemeClr val="accent1"/>
            </a:fgClr>
            <a:bgClr>
              <a:schemeClr val="lt1"/>
            </a:bgClr>
          </a:pattFill>
          <a:ln w="34925" cap="rnd">
            <a:solidFill>
              <a:schemeClr val="lt1"/>
            </a:solidFill>
            <a:round/>
          </a:ln>
          <a:effectLst>
            <a:outerShdw dist="25400" dir="2700000" algn="tl" rotWithShape="0">
              <a:schemeClr val="accent1"/>
            </a:outerShdw>
          </a:effectLst>
        </c:spPr>
        <c:marker>
          <c:spPr>
            <a:solidFill>
              <a:schemeClr val="accent1"/>
            </a:solidFill>
            <a:ln w="22225">
              <a:solidFill>
                <a:schemeClr val="lt1"/>
              </a:solidFill>
              <a:round/>
            </a:ln>
            <a:effectLst/>
          </c:spPr>
        </c:marker>
        <c:dLbl>
          <c:idx val="0"/>
          <c:dLblPos val="t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3"/>
        <c:spPr>
          <a:pattFill prst="ltUpDiag">
            <a:fgClr>
              <a:schemeClr val="accent1"/>
            </a:fgClr>
            <a:bgClr>
              <a:schemeClr val="lt1"/>
            </a:bgClr>
          </a:pattFill>
          <a:ln w="34925" cap="rnd">
            <a:solidFill>
              <a:schemeClr val="lt1"/>
            </a:solidFill>
            <a:round/>
          </a:ln>
          <a:effectLst>
            <a:outerShdw dist="25400" dir="2700000" algn="tl" rotWithShape="0">
              <a:schemeClr val="accent1"/>
            </a:outerShdw>
          </a:effectLst>
        </c:spPr>
        <c:marker>
          <c:spPr>
            <a:solidFill>
              <a:schemeClr val="accent1"/>
            </a:solidFill>
            <a:ln w="22225">
              <a:solidFill>
                <a:schemeClr val="lt1"/>
              </a:solidFill>
              <a:round/>
            </a:ln>
            <a:effectLst/>
          </c:spPr>
        </c:marker>
        <c:dLbl>
          <c:idx val="0"/>
          <c:dLblPos val="t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4"/>
        <c:spPr>
          <a:pattFill prst="ltUpDiag">
            <a:fgClr>
              <a:schemeClr val="accent1"/>
            </a:fgClr>
            <a:bgClr>
              <a:schemeClr val="lt1"/>
            </a:bgClr>
          </a:pattFill>
          <a:ln w="34925" cap="rnd">
            <a:solidFill>
              <a:schemeClr val="lt1"/>
            </a:solidFill>
            <a:round/>
          </a:ln>
          <a:effectLst>
            <a:outerShdw dist="25400" dir="2700000" algn="tl" rotWithShape="0">
              <a:schemeClr val="accent1"/>
            </a:outerShdw>
          </a:effectLst>
        </c:spPr>
        <c:marker>
          <c:spPr>
            <a:solidFill>
              <a:schemeClr val="accent1"/>
            </a:solidFill>
            <a:ln w="22225">
              <a:solidFill>
                <a:schemeClr val="lt1"/>
              </a:solidFill>
              <a:round/>
            </a:ln>
            <a:effectLst/>
          </c:spPr>
        </c:marker>
        <c:dLbl>
          <c:idx val="0"/>
          <c:dLblPos val="t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5"/>
        <c:spPr>
          <a:pattFill prst="ltUpDiag">
            <a:fgClr>
              <a:schemeClr val="accent1"/>
            </a:fgClr>
            <a:bgClr>
              <a:schemeClr val="lt1"/>
            </a:bgClr>
          </a:pattFill>
          <a:ln w="34925" cap="rnd">
            <a:solidFill>
              <a:schemeClr val="lt1"/>
            </a:solidFill>
            <a:round/>
          </a:ln>
          <a:effectLst>
            <a:outerShdw dist="25400" dir="2700000" algn="tl" rotWithShape="0">
              <a:schemeClr val="accent1"/>
            </a:outerShdw>
          </a:effectLst>
        </c:spPr>
        <c:marker>
          <c:spPr>
            <a:solidFill>
              <a:schemeClr val="accent1"/>
            </a:solidFill>
            <a:ln w="22225">
              <a:solidFill>
                <a:schemeClr val="lt1"/>
              </a:solidFill>
              <a:round/>
            </a:ln>
            <a:effectLst/>
          </c:spPr>
        </c:marker>
        <c:dLbl>
          <c:idx val="0"/>
          <c:dLblPos val="t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6"/>
        <c:spPr>
          <a:pattFill prst="ltUpDiag">
            <a:fgClr>
              <a:schemeClr val="accent1"/>
            </a:fgClr>
            <a:bgClr>
              <a:schemeClr val="lt1"/>
            </a:bgClr>
          </a:pattFill>
          <a:ln w="34925" cap="rnd">
            <a:solidFill>
              <a:schemeClr val="lt1"/>
            </a:solidFill>
            <a:round/>
          </a:ln>
          <a:effectLst>
            <a:outerShdw dist="25400" dir="2700000" algn="tl" rotWithShape="0">
              <a:schemeClr val="accent1"/>
            </a:outerShdw>
          </a:effectLst>
        </c:spPr>
        <c:marker>
          <c:spPr>
            <a:solidFill>
              <a:schemeClr val="accent1"/>
            </a:solidFill>
            <a:ln w="22225">
              <a:solidFill>
                <a:schemeClr val="lt1"/>
              </a:solidFill>
              <a:round/>
            </a:ln>
            <a:effectLst/>
          </c:spPr>
        </c:marker>
        <c:dLbl>
          <c:idx val="0"/>
          <c:dLblPos val="t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7"/>
        <c:spPr>
          <a:pattFill prst="ltUpDiag">
            <a:fgClr>
              <a:schemeClr val="accent1"/>
            </a:fgClr>
            <a:bgClr>
              <a:schemeClr val="lt1"/>
            </a:bgClr>
          </a:pattFill>
          <a:ln w="34925" cap="rnd">
            <a:solidFill>
              <a:schemeClr val="lt1"/>
            </a:solidFill>
            <a:round/>
          </a:ln>
          <a:effectLst>
            <a:outerShdw dist="25400" dir="2700000" algn="tl" rotWithShape="0">
              <a:schemeClr val="accent1"/>
            </a:outerShdw>
          </a:effectLst>
        </c:spPr>
        <c:marker>
          <c:spPr>
            <a:solidFill>
              <a:schemeClr val="accent1"/>
            </a:solidFill>
            <a:ln w="22225">
              <a:solidFill>
                <a:schemeClr val="lt1"/>
              </a:solidFill>
              <a:round/>
            </a:ln>
            <a:effectLst/>
          </c:spPr>
        </c:marker>
        <c:dLbl>
          <c:idx val="0"/>
          <c:dLblPos val="t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8"/>
        <c:spPr>
          <a:pattFill prst="ltUpDiag">
            <a:fgClr>
              <a:schemeClr val="accent1"/>
            </a:fgClr>
            <a:bgClr>
              <a:schemeClr val="lt1"/>
            </a:bgClr>
          </a:pattFill>
          <a:ln w="34925" cap="rnd">
            <a:solidFill>
              <a:schemeClr val="lt1"/>
            </a:solidFill>
            <a:round/>
          </a:ln>
          <a:effectLst>
            <a:outerShdw dist="25400" dir="2700000" algn="tl" rotWithShape="0">
              <a:schemeClr val="accent1"/>
            </a:outerShdw>
          </a:effectLst>
        </c:spPr>
        <c:marker>
          <c:spPr>
            <a:solidFill>
              <a:schemeClr val="accent1"/>
            </a:solidFill>
            <a:ln w="22225">
              <a:solidFill>
                <a:schemeClr val="lt1"/>
              </a:solidFill>
              <a:round/>
            </a:ln>
            <a:effectLst/>
          </c:spPr>
        </c:marker>
        <c:dLbl>
          <c:idx val="0"/>
          <c:dLblPos val="t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9"/>
        <c:spPr>
          <a:pattFill prst="ltUpDiag">
            <a:fgClr>
              <a:schemeClr val="accent1"/>
            </a:fgClr>
            <a:bgClr>
              <a:schemeClr val="lt1"/>
            </a:bgClr>
          </a:pattFill>
          <a:ln w="34925" cap="rnd">
            <a:solidFill>
              <a:schemeClr val="lt1"/>
            </a:solidFill>
            <a:round/>
          </a:ln>
          <a:effectLst>
            <a:outerShdw dist="25400" dir="2700000" algn="tl" rotWithShape="0">
              <a:schemeClr val="accent1"/>
            </a:outerShdw>
          </a:effectLst>
        </c:spPr>
        <c:marker>
          <c:spPr>
            <a:solidFill>
              <a:schemeClr val="accent1"/>
            </a:solidFill>
            <a:ln w="22225">
              <a:solidFill>
                <a:schemeClr val="lt1"/>
              </a:solidFill>
              <a:round/>
            </a:ln>
            <a:effectLst/>
          </c:spPr>
        </c:marker>
        <c:dLbl>
          <c:idx val="0"/>
          <c:dLblPos val="t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30"/>
        <c:spPr>
          <a:pattFill prst="ltUpDiag">
            <a:fgClr>
              <a:schemeClr val="accent1"/>
            </a:fgClr>
            <a:bgClr>
              <a:schemeClr val="lt1"/>
            </a:bgClr>
          </a:pattFill>
          <a:ln w="34925" cap="rnd">
            <a:solidFill>
              <a:schemeClr val="lt1"/>
            </a:solidFill>
            <a:round/>
          </a:ln>
          <a:effectLst>
            <a:outerShdw dist="25400" dir="2700000" algn="tl" rotWithShape="0">
              <a:schemeClr val="accent1"/>
            </a:outerShdw>
          </a:effectLst>
        </c:spPr>
        <c:marker>
          <c:spPr>
            <a:solidFill>
              <a:schemeClr val="accent1"/>
            </a:solidFill>
            <a:ln w="22225">
              <a:solidFill>
                <a:schemeClr val="lt1"/>
              </a:solidFill>
              <a:round/>
            </a:ln>
            <a:effectLst/>
          </c:spPr>
        </c:marker>
        <c:dLbl>
          <c:idx val="0"/>
          <c:dLblPos val="t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31"/>
        <c:spPr>
          <a:pattFill prst="ltUpDiag">
            <a:fgClr>
              <a:schemeClr val="accent1"/>
            </a:fgClr>
            <a:bgClr>
              <a:schemeClr val="lt1"/>
            </a:bgClr>
          </a:pattFill>
          <a:ln w="34925" cap="rnd">
            <a:solidFill>
              <a:schemeClr val="lt1"/>
            </a:solidFill>
            <a:round/>
          </a:ln>
          <a:effectLst>
            <a:outerShdw dist="25400" dir="2700000" algn="tl" rotWithShape="0">
              <a:schemeClr val="accent1"/>
            </a:outerShdw>
          </a:effectLst>
        </c:spPr>
        <c:marker>
          <c:spPr>
            <a:solidFill>
              <a:schemeClr val="accent1"/>
            </a:solidFill>
            <a:ln w="22225">
              <a:solidFill>
                <a:schemeClr val="lt1"/>
              </a:solidFill>
              <a:round/>
            </a:ln>
            <a:effectLst/>
          </c:spPr>
        </c:marker>
        <c:dLbl>
          <c:idx val="0"/>
          <c:dLblPos val="t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32"/>
        <c:spPr>
          <a:pattFill prst="ltUpDiag">
            <a:fgClr>
              <a:schemeClr val="accent1"/>
            </a:fgClr>
            <a:bgClr>
              <a:schemeClr val="lt1"/>
            </a:bgClr>
          </a:pattFill>
          <a:ln w="34925" cap="rnd">
            <a:solidFill>
              <a:schemeClr val="lt1"/>
            </a:solidFill>
            <a:round/>
          </a:ln>
          <a:effectLst>
            <a:outerShdw dist="25400" dir="2700000" algn="tl" rotWithShape="0">
              <a:schemeClr val="accent1"/>
            </a:outerShdw>
          </a:effectLst>
        </c:spPr>
        <c:marker>
          <c:spPr>
            <a:solidFill>
              <a:schemeClr val="accent1"/>
            </a:solidFill>
            <a:ln w="22225">
              <a:solidFill>
                <a:schemeClr val="lt1"/>
              </a:solidFill>
              <a:round/>
            </a:ln>
            <a:effectLst/>
          </c:spPr>
        </c:marker>
        <c:dLbl>
          <c:idx val="0"/>
          <c:dLblPos val="t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33"/>
        <c:spPr>
          <a:pattFill prst="ltUpDiag">
            <a:fgClr>
              <a:schemeClr val="accent1"/>
            </a:fgClr>
            <a:bgClr>
              <a:schemeClr val="lt1"/>
            </a:bgClr>
          </a:pattFill>
          <a:ln w="34925" cap="rnd">
            <a:solidFill>
              <a:schemeClr val="lt1"/>
            </a:solidFill>
            <a:round/>
          </a:ln>
          <a:effectLst>
            <a:outerShdw dist="25400" dir="2700000" algn="tl" rotWithShape="0">
              <a:schemeClr val="accent1"/>
            </a:outerShdw>
          </a:effectLst>
        </c:spPr>
        <c:marker>
          <c:spPr>
            <a:solidFill>
              <a:schemeClr val="accent1"/>
            </a:solidFill>
            <a:ln w="22225">
              <a:solidFill>
                <a:schemeClr val="lt1"/>
              </a:solidFill>
              <a:round/>
            </a:ln>
            <a:effectLst/>
          </c:spPr>
        </c:marker>
        <c:dLbl>
          <c:idx val="0"/>
          <c:dLblPos val="t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34"/>
        <c:spPr>
          <a:pattFill prst="ltUpDiag">
            <a:fgClr>
              <a:schemeClr val="accent1"/>
            </a:fgClr>
            <a:bgClr>
              <a:schemeClr val="lt1"/>
            </a:bgClr>
          </a:pattFill>
          <a:ln w="34925" cap="rnd">
            <a:solidFill>
              <a:schemeClr val="lt1"/>
            </a:solidFill>
            <a:round/>
          </a:ln>
          <a:effectLst>
            <a:outerShdw dist="25400" dir="2700000" algn="tl" rotWithShape="0">
              <a:schemeClr val="accent1"/>
            </a:outerShdw>
          </a:effectLst>
        </c:spPr>
        <c:marker>
          <c:spPr>
            <a:solidFill>
              <a:schemeClr val="accent1"/>
            </a:solidFill>
            <a:ln w="22225">
              <a:solidFill>
                <a:schemeClr val="lt1"/>
              </a:solidFill>
              <a:round/>
            </a:ln>
            <a:effectLst/>
          </c:spPr>
        </c:marker>
        <c:dLbl>
          <c:idx val="0"/>
          <c:dLblPos val="t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35"/>
        <c:spPr>
          <a:pattFill prst="ltUpDiag">
            <a:fgClr>
              <a:schemeClr val="accent1"/>
            </a:fgClr>
            <a:bgClr>
              <a:schemeClr val="lt1"/>
            </a:bgClr>
          </a:pattFill>
          <a:ln w="34925" cap="rnd">
            <a:solidFill>
              <a:schemeClr val="lt1"/>
            </a:solidFill>
            <a:round/>
          </a:ln>
          <a:effectLst>
            <a:outerShdw dist="25400" dir="2700000" algn="tl" rotWithShape="0">
              <a:schemeClr val="accent1"/>
            </a:outerShdw>
          </a:effectLst>
        </c:spPr>
        <c:marker>
          <c:spPr>
            <a:solidFill>
              <a:schemeClr val="accent1"/>
            </a:solidFill>
            <a:ln w="22225">
              <a:solidFill>
                <a:schemeClr val="lt1"/>
              </a:solidFill>
              <a:round/>
            </a:ln>
            <a:effectLst/>
          </c:spPr>
        </c:marker>
        <c:dLbl>
          <c:idx val="0"/>
          <c:dLblPos val="t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36"/>
        <c:spPr>
          <a:pattFill prst="ltUpDiag">
            <a:fgClr>
              <a:schemeClr val="accent1"/>
            </a:fgClr>
            <a:bgClr>
              <a:schemeClr val="lt1"/>
            </a:bgClr>
          </a:pattFill>
          <a:ln w="34925" cap="rnd">
            <a:solidFill>
              <a:schemeClr val="lt1"/>
            </a:solidFill>
            <a:round/>
          </a:ln>
          <a:effectLst>
            <a:outerShdw dist="25400" dir="2700000" algn="tl" rotWithShape="0">
              <a:schemeClr val="accent1"/>
            </a:outerShdw>
          </a:effectLst>
        </c:spPr>
        <c:marker>
          <c:spPr>
            <a:solidFill>
              <a:schemeClr val="accent1"/>
            </a:solidFill>
            <a:ln w="22225">
              <a:solidFill>
                <a:schemeClr val="lt1"/>
              </a:solidFill>
              <a:round/>
            </a:ln>
            <a:effectLst/>
          </c:spPr>
        </c:marker>
        <c:dLbl>
          <c:idx val="0"/>
          <c:dLblPos val="t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37"/>
        <c:spPr>
          <a:pattFill prst="ltUpDiag">
            <a:fgClr>
              <a:schemeClr val="accent1"/>
            </a:fgClr>
            <a:bgClr>
              <a:schemeClr val="lt1"/>
            </a:bgClr>
          </a:pattFill>
          <a:ln w="34925" cap="rnd">
            <a:solidFill>
              <a:schemeClr val="lt1"/>
            </a:solidFill>
            <a:round/>
          </a:ln>
          <a:effectLst>
            <a:outerShdw dist="25400" dir="2700000" algn="tl" rotWithShape="0">
              <a:schemeClr val="accent1"/>
            </a:outerShdw>
          </a:effectLst>
        </c:spPr>
        <c:marker>
          <c:spPr>
            <a:solidFill>
              <a:schemeClr val="accent1"/>
            </a:solidFill>
            <a:ln w="22225">
              <a:solidFill>
                <a:schemeClr val="lt1"/>
              </a:solidFill>
              <a:round/>
            </a:ln>
            <a:effectLst/>
          </c:spPr>
        </c:marker>
        <c:dLbl>
          <c:idx val="0"/>
          <c:dLblPos val="t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38"/>
        <c:spPr>
          <a:pattFill prst="ltUpDiag">
            <a:fgClr>
              <a:schemeClr val="accent1"/>
            </a:fgClr>
            <a:bgClr>
              <a:schemeClr val="lt1"/>
            </a:bgClr>
          </a:pattFill>
          <a:ln w="34925" cap="rnd">
            <a:solidFill>
              <a:schemeClr val="lt1"/>
            </a:solidFill>
            <a:round/>
          </a:ln>
          <a:effectLst>
            <a:outerShdw dist="25400" dir="2700000" algn="tl" rotWithShape="0">
              <a:schemeClr val="accent1"/>
            </a:outerShdw>
          </a:effectLst>
        </c:spPr>
        <c:marker>
          <c:spPr>
            <a:solidFill>
              <a:schemeClr val="accent1"/>
            </a:solidFill>
            <a:ln w="22225">
              <a:solidFill>
                <a:schemeClr val="lt1"/>
              </a:solidFill>
              <a:round/>
            </a:ln>
            <a:effectLst/>
          </c:spPr>
        </c:marker>
        <c:dLbl>
          <c:idx val="0"/>
          <c:dLblPos val="t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39"/>
        <c:spPr>
          <a:pattFill prst="ltUpDiag">
            <a:fgClr>
              <a:schemeClr val="accent1"/>
            </a:fgClr>
            <a:bgClr>
              <a:schemeClr val="lt1"/>
            </a:bgClr>
          </a:pattFill>
          <a:ln w="34925" cap="rnd">
            <a:solidFill>
              <a:schemeClr val="lt1"/>
            </a:solidFill>
            <a:round/>
          </a:ln>
          <a:effectLst>
            <a:outerShdw dist="25400" dir="2700000" algn="tl" rotWithShape="0">
              <a:schemeClr val="accent1"/>
            </a:outerShdw>
          </a:effectLst>
        </c:spPr>
        <c:marker>
          <c:spPr>
            <a:solidFill>
              <a:schemeClr val="accent1"/>
            </a:solidFill>
            <a:ln w="22225">
              <a:solidFill>
                <a:schemeClr val="lt1"/>
              </a:solidFill>
              <a:round/>
            </a:ln>
            <a:effectLst/>
          </c:spPr>
        </c:marker>
        <c:dLbl>
          <c:idx val="0"/>
          <c:dLblPos val="t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40"/>
        <c:spPr>
          <a:pattFill prst="ltUpDiag">
            <a:fgClr>
              <a:schemeClr val="accent1"/>
            </a:fgClr>
            <a:bgClr>
              <a:schemeClr val="lt1"/>
            </a:bgClr>
          </a:pattFill>
          <a:ln w="34925" cap="rnd">
            <a:solidFill>
              <a:schemeClr val="lt1"/>
            </a:solidFill>
            <a:round/>
          </a:ln>
          <a:effectLst>
            <a:outerShdw dist="25400" dir="2700000" algn="tl" rotWithShape="0">
              <a:schemeClr val="accent1"/>
            </a:outerShdw>
          </a:effectLst>
        </c:spPr>
        <c:marker>
          <c:spPr>
            <a:solidFill>
              <a:schemeClr val="accent1"/>
            </a:solidFill>
            <a:ln w="22225">
              <a:solidFill>
                <a:schemeClr val="lt1"/>
              </a:solidFill>
              <a:round/>
            </a:ln>
            <a:effectLst/>
          </c:spPr>
        </c:marker>
        <c:dLbl>
          <c:idx val="0"/>
          <c:dLblPos val="t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41"/>
        <c:spPr>
          <a:pattFill prst="ltUpDiag">
            <a:fgClr>
              <a:schemeClr val="accent1"/>
            </a:fgClr>
            <a:bgClr>
              <a:schemeClr val="lt1"/>
            </a:bgClr>
          </a:pattFill>
          <a:ln w="34925" cap="rnd">
            <a:solidFill>
              <a:schemeClr val="lt1"/>
            </a:solidFill>
            <a:round/>
          </a:ln>
          <a:effectLst>
            <a:outerShdw dist="25400" dir="2700000" algn="tl" rotWithShape="0">
              <a:schemeClr val="accent1"/>
            </a:outerShdw>
          </a:effectLst>
        </c:spPr>
        <c:marker>
          <c:spPr>
            <a:solidFill>
              <a:schemeClr val="accent1"/>
            </a:solidFill>
            <a:ln w="22225">
              <a:solidFill>
                <a:schemeClr val="lt1"/>
              </a:solidFill>
              <a:round/>
            </a:ln>
            <a:effectLst/>
          </c:spPr>
        </c:marker>
        <c:dLbl>
          <c:idx val="0"/>
          <c:dLblPos val="t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42"/>
        <c:spPr>
          <a:pattFill prst="ltUpDiag">
            <a:fgClr>
              <a:schemeClr val="accent1"/>
            </a:fgClr>
            <a:bgClr>
              <a:schemeClr val="lt1"/>
            </a:bgClr>
          </a:pattFill>
          <a:ln w="34925" cap="rnd">
            <a:solidFill>
              <a:schemeClr val="lt1"/>
            </a:solidFill>
            <a:round/>
          </a:ln>
          <a:effectLst>
            <a:outerShdw dist="25400" dir="2700000" algn="tl" rotWithShape="0">
              <a:schemeClr val="accent1"/>
            </a:outerShdw>
          </a:effectLst>
        </c:spPr>
        <c:marker>
          <c:spPr>
            <a:solidFill>
              <a:schemeClr val="accent1"/>
            </a:solidFill>
            <a:ln w="22225">
              <a:solidFill>
                <a:schemeClr val="lt1"/>
              </a:solidFill>
              <a:round/>
            </a:ln>
            <a:effectLst/>
          </c:spPr>
        </c:marker>
        <c:dLbl>
          <c:idx val="0"/>
          <c:dLblPos val="t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43"/>
        <c:spPr>
          <a:pattFill prst="ltUpDiag">
            <a:fgClr>
              <a:schemeClr val="accent1"/>
            </a:fgClr>
            <a:bgClr>
              <a:schemeClr val="lt1"/>
            </a:bgClr>
          </a:pattFill>
          <a:ln w="34925" cap="rnd">
            <a:solidFill>
              <a:schemeClr val="lt1"/>
            </a:solidFill>
            <a:round/>
          </a:ln>
          <a:effectLst>
            <a:outerShdw dist="25400" dir="2700000" algn="tl" rotWithShape="0">
              <a:schemeClr val="accent1"/>
            </a:outerShdw>
          </a:effectLst>
        </c:spPr>
        <c:marker>
          <c:spPr>
            <a:solidFill>
              <a:schemeClr val="accent1"/>
            </a:solidFill>
            <a:ln w="22225">
              <a:solidFill>
                <a:schemeClr val="lt1"/>
              </a:solidFill>
              <a:round/>
            </a:ln>
            <a:effectLst/>
          </c:spPr>
        </c:marker>
        <c:dLbl>
          <c:idx val="0"/>
          <c:dLblPos val="t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44"/>
        <c:spPr>
          <a:pattFill prst="ltUpDiag">
            <a:fgClr>
              <a:schemeClr val="accent1"/>
            </a:fgClr>
            <a:bgClr>
              <a:schemeClr val="lt1"/>
            </a:bgClr>
          </a:pattFill>
          <a:ln w="34925" cap="rnd">
            <a:solidFill>
              <a:schemeClr val="lt1"/>
            </a:solidFill>
            <a:round/>
          </a:ln>
          <a:effectLst>
            <a:outerShdw dist="25400" dir="2700000" algn="tl" rotWithShape="0">
              <a:schemeClr val="accent1"/>
            </a:outerShdw>
          </a:effectLst>
        </c:spPr>
        <c:marker>
          <c:spPr>
            <a:solidFill>
              <a:schemeClr val="accent1"/>
            </a:solidFill>
            <a:ln w="22225">
              <a:solidFill>
                <a:schemeClr val="lt1"/>
              </a:solidFill>
              <a:round/>
            </a:ln>
            <a:effectLst/>
          </c:spPr>
        </c:marker>
        <c:dLbl>
          <c:idx val="0"/>
          <c:dLblPos val="t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45"/>
        <c:spPr>
          <a:pattFill prst="ltUpDiag">
            <a:fgClr>
              <a:schemeClr val="accent1"/>
            </a:fgClr>
            <a:bgClr>
              <a:schemeClr val="lt1"/>
            </a:bgClr>
          </a:pattFill>
          <a:ln w="34925" cap="rnd">
            <a:solidFill>
              <a:schemeClr val="lt1"/>
            </a:solidFill>
            <a:round/>
          </a:ln>
          <a:effectLst>
            <a:outerShdw dist="25400" dir="2700000" algn="tl" rotWithShape="0">
              <a:schemeClr val="accent1"/>
            </a:outerShdw>
          </a:effectLst>
        </c:spPr>
        <c:marker>
          <c:symbol val="circle"/>
          <c:size val="5"/>
          <c:spPr>
            <a:solidFill>
              <a:schemeClr val="accent2"/>
            </a:solidFill>
            <a:ln w="22225">
              <a:solidFill>
                <a:schemeClr val="lt1"/>
              </a:solidFill>
              <a:round/>
            </a:ln>
            <a:effectLst/>
          </c:spPr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1" i="0" u="none" strike="noStrike" kern="1200" baseline="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t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46"/>
        <c:spPr>
          <a:pattFill prst="ltUpDiag">
            <a:fgClr>
              <a:schemeClr val="accent1"/>
            </a:fgClr>
            <a:bgClr>
              <a:schemeClr val="lt1"/>
            </a:bgClr>
          </a:pattFill>
          <a:ln w="34925" cap="rnd">
            <a:solidFill>
              <a:schemeClr val="lt1"/>
            </a:solidFill>
            <a:round/>
          </a:ln>
          <a:effectLst>
            <a:outerShdw dist="25400" dir="2700000" algn="tl" rotWithShape="0">
              <a:schemeClr val="accent1"/>
            </a:outerShdw>
          </a:effectLst>
        </c:spPr>
        <c:marker>
          <c:symbol val="circle"/>
          <c:size val="5"/>
          <c:spPr>
            <a:solidFill>
              <a:schemeClr val="accent1"/>
            </a:solidFill>
            <a:ln w="22225">
              <a:solidFill>
                <a:schemeClr val="lt1"/>
              </a:solidFill>
              <a:round/>
            </a:ln>
            <a:effectLst/>
          </c:spPr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1" i="0" u="none" strike="noStrike" kern="1200" baseline="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t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47"/>
        <c:spPr>
          <a:pattFill prst="ltUpDiag">
            <a:fgClr>
              <a:schemeClr val="accent1"/>
            </a:fgClr>
            <a:bgClr>
              <a:schemeClr val="lt1"/>
            </a:bgClr>
          </a:pattFill>
          <a:ln w="34925" cap="rnd">
            <a:solidFill>
              <a:schemeClr val="lt1"/>
            </a:solidFill>
            <a:round/>
          </a:ln>
          <a:effectLst>
            <a:outerShdw dist="25400" dir="2700000" algn="tl" rotWithShape="0">
              <a:schemeClr val="accent1"/>
            </a:outerShdw>
          </a:effectLst>
        </c:spPr>
        <c:marker>
          <c:symbol val="circle"/>
          <c:size val="5"/>
          <c:spPr>
            <a:solidFill>
              <a:schemeClr val="accent2"/>
            </a:solidFill>
            <a:ln w="22225">
              <a:solidFill>
                <a:schemeClr val="lt1"/>
              </a:solidFill>
              <a:round/>
            </a:ln>
            <a:effectLst/>
          </c:spPr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1" i="0" u="none" strike="noStrike" kern="1200" baseline="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t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48"/>
        <c:spPr>
          <a:pattFill prst="ltUpDiag">
            <a:fgClr>
              <a:schemeClr val="accent1"/>
            </a:fgClr>
            <a:bgClr>
              <a:schemeClr val="lt1"/>
            </a:bgClr>
          </a:pattFill>
          <a:ln w="34925" cap="rnd">
            <a:solidFill>
              <a:schemeClr val="lt1"/>
            </a:solidFill>
            <a:round/>
          </a:ln>
          <a:effectLst>
            <a:outerShdw dist="25400" dir="2700000" algn="tl" rotWithShape="0">
              <a:schemeClr val="accent1"/>
            </a:outerShdw>
          </a:effectLst>
        </c:spPr>
        <c:marker>
          <c:symbol val="circle"/>
          <c:size val="5"/>
          <c:spPr>
            <a:solidFill>
              <a:schemeClr val="accent1"/>
            </a:solidFill>
            <a:ln w="22225">
              <a:solidFill>
                <a:schemeClr val="lt1"/>
              </a:solidFill>
              <a:round/>
            </a:ln>
            <a:effectLst/>
          </c:spPr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1" i="0" u="none" strike="noStrike" kern="1200" baseline="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t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49"/>
        <c:spPr>
          <a:pattFill prst="ltUpDiag">
            <a:fgClr>
              <a:schemeClr val="accent1"/>
            </a:fgClr>
            <a:bgClr>
              <a:schemeClr val="lt1"/>
            </a:bgClr>
          </a:pattFill>
          <a:ln w="34925" cap="rnd">
            <a:solidFill>
              <a:schemeClr val="lt1"/>
            </a:solidFill>
            <a:round/>
          </a:ln>
          <a:effectLst>
            <a:outerShdw dist="25400" dir="2700000" algn="tl" rotWithShape="0">
              <a:schemeClr val="accent1"/>
            </a:outerShdw>
          </a:effectLst>
        </c:spPr>
        <c:marker>
          <c:symbol val="circle"/>
          <c:size val="5"/>
          <c:spPr>
            <a:solidFill>
              <a:schemeClr val="accent2"/>
            </a:solidFill>
            <a:ln w="22225">
              <a:solidFill>
                <a:schemeClr val="lt1"/>
              </a:solidFill>
              <a:round/>
            </a:ln>
            <a:effectLst/>
          </c:spPr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1" i="0" u="none" strike="noStrike" kern="1200" baseline="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t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</c:pivotFmts>
    <c:plotArea>
      <c:layout/>
      <c:lineChart>
        <c:grouping val="standard"/>
        <c:varyColors val="0"/>
        <c:ser>
          <c:idx val="0"/>
          <c:order val="0"/>
          <c:tx>
            <c:strRef>
              <c:f>'Hour &amp; Monthly C'!$B$3:$B$4</c:f>
              <c:strCache>
                <c:ptCount val="1"/>
                <c:pt idx="0">
                  <c:v>Jan</c:v>
                </c:pt>
              </c:strCache>
            </c:strRef>
          </c:tx>
          <c:spPr>
            <a:ln w="34925" cap="rnd">
              <a:solidFill>
                <a:schemeClr val="lt1"/>
              </a:solidFill>
              <a:round/>
            </a:ln>
            <a:effectLst>
              <a:outerShdw dist="25400" dir="2700000" algn="tl" rotWithShape="0">
                <a:schemeClr val="accent1"/>
              </a:outerShdw>
            </a:effectLst>
          </c:spPr>
          <c:marker>
            <c:symbol val="circle"/>
            <c:size val="5"/>
            <c:spPr>
              <a:solidFill>
                <a:schemeClr val="accent1"/>
              </a:solidFill>
              <a:ln w="22225">
                <a:solidFill>
                  <a:schemeClr val="lt1"/>
                </a:solidFill>
                <a:round/>
              </a:ln>
              <a:effectLst/>
            </c:spPr>
          </c:marker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1" i="0" u="none" strike="noStrike" kern="1200" baseline="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</a:ln>
                    <a:effectLst/>
                  </c:spPr>
                </c15:leaderLines>
              </c:ext>
            </c:extLst>
          </c:dLbls>
          <c:cat>
            <c:strRef>
              <c:f>'Hour &amp; Monthly C'!$A$5:$A$29</c:f>
              <c:strCache>
                <c:ptCount val="24"/>
                <c:pt idx="0">
                  <c:v>12:00 AM</c:v>
                </c:pt>
                <c:pt idx="1">
                  <c:v>1:00 AM</c:v>
                </c:pt>
                <c:pt idx="2">
                  <c:v>2:00 AM</c:v>
                </c:pt>
                <c:pt idx="3">
                  <c:v>3:00 AM</c:v>
                </c:pt>
                <c:pt idx="4">
                  <c:v>4:00 AM</c:v>
                </c:pt>
                <c:pt idx="5">
                  <c:v>5:00 AM</c:v>
                </c:pt>
                <c:pt idx="6">
                  <c:v>6:00 AM</c:v>
                </c:pt>
                <c:pt idx="7">
                  <c:v>7:00 AM</c:v>
                </c:pt>
                <c:pt idx="8">
                  <c:v>8:00 AM</c:v>
                </c:pt>
                <c:pt idx="9">
                  <c:v>9:00 AM</c:v>
                </c:pt>
                <c:pt idx="10">
                  <c:v>10:00 AM</c:v>
                </c:pt>
                <c:pt idx="11">
                  <c:v>11:00 AM</c:v>
                </c:pt>
                <c:pt idx="12">
                  <c:v>12:00 PM</c:v>
                </c:pt>
                <c:pt idx="13">
                  <c:v>1:00 PM</c:v>
                </c:pt>
                <c:pt idx="14">
                  <c:v>2:00 PM</c:v>
                </c:pt>
                <c:pt idx="15">
                  <c:v>3:00 PM</c:v>
                </c:pt>
                <c:pt idx="16">
                  <c:v>4:00 PM</c:v>
                </c:pt>
                <c:pt idx="17">
                  <c:v>5:00 PM</c:v>
                </c:pt>
                <c:pt idx="18">
                  <c:v>6:00 PM</c:v>
                </c:pt>
                <c:pt idx="19">
                  <c:v>7:00 PM</c:v>
                </c:pt>
                <c:pt idx="20">
                  <c:v>8:00 PM</c:v>
                </c:pt>
                <c:pt idx="21">
                  <c:v>9:00 PM</c:v>
                </c:pt>
                <c:pt idx="22">
                  <c:v>10:00 PM</c:v>
                </c:pt>
                <c:pt idx="23">
                  <c:v>11:00 PM</c:v>
                </c:pt>
              </c:strCache>
            </c:strRef>
          </c:cat>
          <c:val>
            <c:numRef>
              <c:f>'Hour &amp; Monthly C'!$B$5:$B$29</c:f>
              <c:numCache>
                <c:formatCode>General</c:formatCode>
                <c:ptCount val="24"/>
                <c:pt idx="0">
                  <c:v>29</c:v>
                </c:pt>
                <c:pt idx="1">
                  <c:v>29</c:v>
                </c:pt>
                <c:pt idx="2">
                  <c:v>27</c:v>
                </c:pt>
                <c:pt idx="3">
                  <c:v>19</c:v>
                </c:pt>
                <c:pt idx="4">
                  <c:v>23</c:v>
                </c:pt>
                <c:pt idx="5">
                  <c:v>26</c:v>
                </c:pt>
                <c:pt idx="6">
                  <c:v>28</c:v>
                </c:pt>
                <c:pt idx="7">
                  <c:v>29</c:v>
                </c:pt>
                <c:pt idx="8">
                  <c:v>29</c:v>
                </c:pt>
                <c:pt idx="9">
                  <c:v>29</c:v>
                </c:pt>
                <c:pt idx="10">
                  <c:v>29</c:v>
                </c:pt>
                <c:pt idx="11">
                  <c:v>29</c:v>
                </c:pt>
                <c:pt idx="12">
                  <c:v>30</c:v>
                </c:pt>
                <c:pt idx="13">
                  <c:v>30</c:v>
                </c:pt>
                <c:pt idx="14">
                  <c:v>30</c:v>
                </c:pt>
                <c:pt idx="15">
                  <c:v>30</c:v>
                </c:pt>
                <c:pt idx="16">
                  <c:v>31</c:v>
                </c:pt>
                <c:pt idx="17">
                  <c:v>31</c:v>
                </c:pt>
                <c:pt idx="18">
                  <c:v>30</c:v>
                </c:pt>
                <c:pt idx="19">
                  <c:v>30</c:v>
                </c:pt>
                <c:pt idx="20">
                  <c:v>30</c:v>
                </c:pt>
                <c:pt idx="21">
                  <c:v>30</c:v>
                </c:pt>
                <c:pt idx="22">
                  <c:v>30</c:v>
                </c:pt>
                <c:pt idx="23">
                  <c:v>30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F6E0-4D71-9D06-B103B43D3474}"/>
            </c:ext>
          </c:extLst>
        </c:ser>
        <c:ser>
          <c:idx val="1"/>
          <c:order val="1"/>
          <c:tx>
            <c:strRef>
              <c:f>'Hour &amp; Monthly C'!$C$3:$C$4</c:f>
              <c:strCache>
                <c:ptCount val="1"/>
                <c:pt idx="0">
                  <c:v>Feb</c:v>
                </c:pt>
              </c:strCache>
            </c:strRef>
          </c:tx>
          <c:spPr>
            <a:ln w="34925" cap="rnd">
              <a:solidFill>
                <a:schemeClr val="lt1"/>
              </a:solidFill>
              <a:round/>
            </a:ln>
            <a:effectLst>
              <a:outerShdw dist="25400" dir="2700000" algn="tl" rotWithShape="0">
                <a:schemeClr val="accent2"/>
              </a:outerShdw>
            </a:effectLst>
          </c:spPr>
          <c:marker>
            <c:symbol val="circle"/>
            <c:size val="5"/>
            <c:spPr>
              <a:solidFill>
                <a:schemeClr val="accent2"/>
              </a:solidFill>
              <a:ln w="22225">
                <a:solidFill>
                  <a:schemeClr val="lt1"/>
                </a:solidFill>
                <a:round/>
              </a:ln>
              <a:effectLst/>
            </c:spPr>
          </c:marker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1" i="0" u="none" strike="noStrike" kern="1200" baseline="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</a:ln>
                    <a:effectLst/>
                  </c:spPr>
                </c15:leaderLines>
              </c:ext>
            </c:extLst>
          </c:dLbls>
          <c:cat>
            <c:strRef>
              <c:f>'Hour &amp; Monthly C'!$A$5:$A$29</c:f>
              <c:strCache>
                <c:ptCount val="24"/>
                <c:pt idx="0">
                  <c:v>12:00 AM</c:v>
                </c:pt>
                <c:pt idx="1">
                  <c:v>1:00 AM</c:v>
                </c:pt>
                <c:pt idx="2">
                  <c:v>2:00 AM</c:v>
                </c:pt>
                <c:pt idx="3">
                  <c:v>3:00 AM</c:v>
                </c:pt>
                <c:pt idx="4">
                  <c:v>4:00 AM</c:v>
                </c:pt>
                <c:pt idx="5">
                  <c:v>5:00 AM</c:v>
                </c:pt>
                <c:pt idx="6">
                  <c:v>6:00 AM</c:v>
                </c:pt>
                <c:pt idx="7">
                  <c:v>7:00 AM</c:v>
                </c:pt>
                <c:pt idx="8">
                  <c:v>8:00 AM</c:v>
                </c:pt>
                <c:pt idx="9">
                  <c:v>9:00 AM</c:v>
                </c:pt>
                <c:pt idx="10">
                  <c:v>10:00 AM</c:v>
                </c:pt>
                <c:pt idx="11">
                  <c:v>11:00 AM</c:v>
                </c:pt>
                <c:pt idx="12">
                  <c:v>12:00 PM</c:v>
                </c:pt>
                <c:pt idx="13">
                  <c:v>1:00 PM</c:v>
                </c:pt>
                <c:pt idx="14">
                  <c:v>2:00 PM</c:v>
                </c:pt>
                <c:pt idx="15">
                  <c:v>3:00 PM</c:v>
                </c:pt>
                <c:pt idx="16">
                  <c:v>4:00 PM</c:v>
                </c:pt>
                <c:pt idx="17">
                  <c:v>5:00 PM</c:v>
                </c:pt>
                <c:pt idx="18">
                  <c:v>6:00 PM</c:v>
                </c:pt>
                <c:pt idx="19">
                  <c:v>7:00 PM</c:v>
                </c:pt>
                <c:pt idx="20">
                  <c:v>8:00 PM</c:v>
                </c:pt>
                <c:pt idx="21">
                  <c:v>9:00 PM</c:v>
                </c:pt>
                <c:pt idx="22">
                  <c:v>10:00 PM</c:v>
                </c:pt>
                <c:pt idx="23">
                  <c:v>11:00 PM</c:v>
                </c:pt>
              </c:strCache>
            </c:strRef>
          </c:cat>
          <c:val>
            <c:numRef>
              <c:f>'Hour &amp; Monthly C'!$C$5:$C$29</c:f>
              <c:numCache>
                <c:formatCode>General</c:formatCode>
                <c:ptCount val="24"/>
                <c:pt idx="0">
                  <c:v>14</c:v>
                </c:pt>
                <c:pt idx="1">
                  <c:v>14</c:v>
                </c:pt>
                <c:pt idx="2">
                  <c:v>14</c:v>
                </c:pt>
                <c:pt idx="3">
                  <c:v>12</c:v>
                </c:pt>
                <c:pt idx="4">
                  <c:v>9</c:v>
                </c:pt>
                <c:pt idx="5">
                  <c:v>13</c:v>
                </c:pt>
                <c:pt idx="6">
                  <c:v>14</c:v>
                </c:pt>
                <c:pt idx="7">
                  <c:v>14</c:v>
                </c:pt>
                <c:pt idx="8">
                  <c:v>13</c:v>
                </c:pt>
                <c:pt idx="9">
                  <c:v>13</c:v>
                </c:pt>
                <c:pt idx="10">
                  <c:v>13</c:v>
                </c:pt>
                <c:pt idx="11">
                  <c:v>13</c:v>
                </c:pt>
                <c:pt idx="12">
                  <c:v>13</c:v>
                </c:pt>
                <c:pt idx="13">
                  <c:v>13</c:v>
                </c:pt>
                <c:pt idx="14">
                  <c:v>13</c:v>
                </c:pt>
                <c:pt idx="15">
                  <c:v>13</c:v>
                </c:pt>
                <c:pt idx="16">
                  <c:v>13</c:v>
                </c:pt>
                <c:pt idx="17">
                  <c:v>13</c:v>
                </c:pt>
                <c:pt idx="18">
                  <c:v>13</c:v>
                </c:pt>
                <c:pt idx="19">
                  <c:v>13</c:v>
                </c:pt>
                <c:pt idx="20">
                  <c:v>13</c:v>
                </c:pt>
                <c:pt idx="21">
                  <c:v>13</c:v>
                </c:pt>
                <c:pt idx="22">
                  <c:v>13</c:v>
                </c:pt>
                <c:pt idx="23">
                  <c:v>13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F6E0-4D71-9D06-B103B43D3474}"/>
            </c:ext>
          </c:extLst>
        </c:ser>
        <c:dLbls>
          <c:dLblPos val="t"/>
          <c:showLegendKey val="0"/>
          <c:showVal val="1"/>
          <c:showCatName val="0"/>
          <c:showSerName val="0"/>
          <c:showPercent val="0"/>
          <c:showBubbleSize val="0"/>
        </c:dLbls>
        <c:dropLines>
          <c:spPr>
            <a:ln w="9525" cap="flat" cmpd="sng" algn="ctr">
              <a:gradFill>
                <a:gsLst>
                  <a:gs pos="0">
                    <a:schemeClr val="lt1"/>
                  </a:gs>
                  <a:gs pos="100000">
                    <a:schemeClr val="lt1">
                      <a:alpha val="0"/>
                    </a:schemeClr>
                  </a:gs>
                </a:gsLst>
                <a:lin ang="5400000" scaled="0"/>
              </a:gradFill>
              <a:round/>
            </a:ln>
            <a:effectLst/>
          </c:spPr>
        </c:dropLines>
        <c:marker val="1"/>
        <c:smooth val="0"/>
        <c:axId val="1947143920"/>
        <c:axId val="1947142480"/>
      </c:lineChart>
      <c:catAx>
        <c:axId val="1947143920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12700" cap="flat" cmpd="sng" algn="ctr">
            <a:solidFill>
              <a:schemeClr val="lt1"/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spc="100" baseline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947142480"/>
        <c:crosses val="autoZero"/>
        <c:auto val="1"/>
        <c:lblAlgn val="ctr"/>
        <c:lblOffset val="100"/>
        <c:noMultiLvlLbl val="0"/>
      </c:catAx>
      <c:valAx>
        <c:axId val="1947142480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947143920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r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lt1"/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solidFill>
      <a:schemeClr val="accent1"/>
    </a:solidFill>
    <a:ln w="9525" cap="flat" cmpd="sng" algn="ctr">
      <a:solidFill>
        <a:schemeClr val="accent1"/>
      </a:solidFill>
      <a:round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  <c:extLst>
    <c:ext xmlns:c14="http://schemas.microsoft.com/office/drawing/2007/8/2/chart" uri="{781A3756-C4B2-4CAC-9D66-4F8BD8637D16}">
      <c14:pivotOptions>
        <c14:dropZoneFilter val="1"/>
        <c14:dropZoneCategories val="1"/>
        <c14:dropZoneData val="1"/>
        <c14:dropZoneSeries val="1"/>
        <c14:dropZonesVisible val="1"/>
      </c14:pivotOptions>
    </c:ext>
    <c:ext xmlns:c16="http://schemas.microsoft.com/office/drawing/2014/chart" uri="{E28EC0CA-F0BB-4C9C-879D-F8772B89E7AC}">
      <c16:pivotOptions16>
        <c16:showExpandCollapseFieldButtons val="1"/>
      </c16:pivotOptions16>
    </c:ext>
  </c:extLst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pivotSource>
    <c:name>[Project D1.xlsx]Rental Source!PivotTable7</c:name>
    <c:fmtId val="17"/>
  </c:pivotSource>
  <c:chart>
    <c:title>
      <c:tx>
        <c:rich>
          <a:bodyPr rot="0" spcFirstLastPara="1" vertOverflow="ellipsis" vert="horz" wrap="square" anchor="ctr" anchorCtr="1"/>
          <a:lstStyle/>
          <a:p>
            <a:pPr>
              <a:defRPr sz="1600" b="1" i="0" u="none" strike="noStrike" kern="1200" spc="100" baseline="0">
                <a:solidFill>
                  <a:schemeClr val="lt1">
                    <a:lumMod val="95000"/>
                  </a:schemeClr>
                </a:solidFill>
                <a:effectLst>
                  <a:outerShdw blurRad="50800" dist="38100" dir="5400000" algn="t" rotWithShape="0">
                    <a:prstClr val="black">
                      <a:alpha val="40000"/>
                    </a:prstClr>
                  </a:outerShdw>
                </a:effectLst>
                <a:latin typeface="+mn-lt"/>
                <a:ea typeface="+mn-ea"/>
                <a:cs typeface="+mn-cs"/>
              </a:defRPr>
            </a:pPr>
            <a:r>
              <a:rPr lang="en-US"/>
              <a:t>Rantel source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600" b="1" i="0" u="none" strike="noStrike" kern="1200" spc="100" baseline="0">
              <a:solidFill>
                <a:schemeClr val="lt1">
                  <a:lumMod val="95000"/>
                </a:schemeClr>
              </a:solidFill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ivotFmts>
      <c:pivotFmt>
        <c:idx val="0"/>
        <c:spPr>
          <a:gradFill rotWithShape="1">
            <a:gsLst>
              <a:gs pos="0">
                <a:schemeClr val="accent1">
                  <a:satMod val="103000"/>
                  <a:lumMod val="102000"/>
                  <a:tint val="94000"/>
                </a:schemeClr>
              </a:gs>
              <a:gs pos="50000">
                <a:schemeClr val="accent1">
                  <a:satMod val="110000"/>
                  <a:lumMod val="100000"/>
                  <a:shade val="100000"/>
                </a:schemeClr>
              </a:gs>
              <a:gs pos="100000">
                <a:schemeClr val="accent1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>
            <a:noFill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  <a:sp3d/>
        </c:spPr>
        <c:marker>
          <c:symbol val="circle"/>
          <c:size val="6"/>
          <c:spPr>
            <a:gradFill rotWithShape="1">
              <a:gsLst>
                <a:gs pos="0">
                  <a:schemeClr val="accent2">
                    <a:satMod val="103000"/>
                    <a:lumMod val="102000"/>
                    <a:tint val="94000"/>
                  </a:schemeClr>
                </a:gs>
                <a:gs pos="50000">
                  <a:schemeClr val="accent2">
                    <a:satMod val="110000"/>
                    <a:lumMod val="100000"/>
                    <a:shade val="100000"/>
                  </a:schemeClr>
                </a:gs>
                <a:gs pos="100000">
                  <a:schemeClr val="accent2">
                    <a:lumMod val="99000"/>
                    <a:satMod val="120000"/>
                    <a:shade val="78000"/>
                  </a:schemeClr>
                </a:gs>
              </a:gsLst>
              <a:lin ang="5400000" scaled="0"/>
            </a:gradFill>
            <a:ln w="9525">
              <a:solidFill>
                <a:schemeClr val="accent2"/>
              </a:solidFill>
              <a:round/>
            </a:ln>
            <a:effectLst>
              <a:outerShdw blurRad="57150" dist="19050" dir="5400000" algn="ctr" rotWithShape="0">
                <a:srgbClr val="000000">
                  <a:alpha val="63000"/>
                </a:srgbClr>
              </a:outerShdw>
            </a:effectLst>
          </c:spPr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lt1">
                      <a:lumMod val="8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"/>
        <c:spPr>
          <a:gradFill rotWithShape="1">
            <a:gsLst>
              <a:gs pos="0">
                <a:schemeClr val="accent1">
                  <a:satMod val="103000"/>
                  <a:lumMod val="102000"/>
                  <a:tint val="94000"/>
                </a:schemeClr>
              </a:gs>
              <a:gs pos="50000">
                <a:schemeClr val="accent1">
                  <a:satMod val="110000"/>
                  <a:lumMod val="100000"/>
                  <a:shade val="100000"/>
                </a:schemeClr>
              </a:gs>
              <a:gs pos="100000">
                <a:schemeClr val="accent1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>
            <a:noFill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  <a:sp3d/>
        </c:spPr>
        <c:marker>
          <c:symbol val="circle"/>
          <c:size val="6"/>
          <c:spPr>
            <a:gradFill rotWithShape="1">
              <a:gsLst>
                <a:gs pos="0">
                  <a:schemeClr val="accent3">
                    <a:satMod val="103000"/>
                    <a:lumMod val="102000"/>
                    <a:tint val="94000"/>
                  </a:schemeClr>
                </a:gs>
                <a:gs pos="50000">
                  <a:schemeClr val="accent3">
                    <a:satMod val="110000"/>
                    <a:lumMod val="100000"/>
                    <a:shade val="100000"/>
                  </a:schemeClr>
                </a:gs>
                <a:gs pos="100000">
                  <a:schemeClr val="accent3">
                    <a:lumMod val="99000"/>
                    <a:satMod val="120000"/>
                    <a:shade val="78000"/>
                  </a:schemeClr>
                </a:gs>
              </a:gsLst>
              <a:lin ang="5400000" scaled="0"/>
            </a:gradFill>
            <a:ln w="9525">
              <a:solidFill>
                <a:schemeClr val="accent3"/>
              </a:solidFill>
              <a:round/>
            </a:ln>
            <a:effectLst>
              <a:outerShdw blurRad="57150" dist="19050" dir="5400000" algn="ctr" rotWithShape="0">
                <a:srgbClr val="000000">
                  <a:alpha val="63000"/>
                </a:srgbClr>
              </a:outerShdw>
            </a:effectLst>
          </c:spPr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lt1">
                      <a:lumMod val="8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"/>
        <c:spPr>
          <a:gradFill rotWithShape="1">
            <a:gsLst>
              <a:gs pos="0">
                <a:schemeClr val="accent1">
                  <a:satMod val="103000"/>
                  <a:lumMod val="102000"/>
                  <a:tint val="94000"/>
                </a:schemeClr>
              </a:gs>
              <a:gs pos="50000">
                <a:schemeClr val="accent1">
                  <a:satMod val="110000"/>
                  <a:lumMod val="100000"/>
                  <a:shade val="100000"/>
                </a:schemeClr>
              </a:gs>
              <a:gs pos="100000">
                <a:schemeClr val="accent1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>
            <a:noFill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  <a:sp3d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lt1">
                      <a:lumMod val="8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3"/>
        <c:spPr>
          <a:gradFill rotWithShape="1">
            <a:gsLst>
              <a:gs pos="0">
                <a:schemeClr val="accent1">
                  <a:satMod val="103000"/>
                  <a:lumMod val="102000"/>
                  <a:tint val="94000"/>
                </a:schemeClr>
              </a:gs>
              <a:gs pos="50000">
                <a:schemeClr val="accent1">
                  <a:satMod val="110000"/>
                  <a:lumMod val="100000"/>
                  <a:shade val="100000"/>
                </a:schemeClr>
              </a:gs>
              <a:gs pos="100000">
                <a:schemeClr val="accent1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>
            <a:noFill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  <a:sp3d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lt1">
                      <a:lumMod val="8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4"/>
        <c:spPr>
          <a:gradFill rotWithShape="1">
            <a:gsLst>
              <a:gs pos="0">
                <a:schemeClr val="accent1">
                  <a:satMod val="103000"/>
                  <a:lumMod val="102000"/>
                  <a:tint val="94000"/>
                </a:schemeClr>
              </a:gs>
              <a:gs pos="50000">
                <a:schemeClr val="accent1">
                  <a:satMod val="110000"/>
                  <a:lumMod val="100000"/>
                  <a:shade val="100000"/>
                </a:schemeClr>
              </a:gs>
              <a:gs pos="100000">
                <a:schemeClr val="accent1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>
            <a:noFill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  <a:sp3d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lt1">
                      <a:lumMod val="8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5"/>
        <c:spPr>
          <a:gradFill rotWithShape="1">
            <a:gsLst>
              <a:gs pos="0">
                <a:schemeClr val="accent1">
                  <a:satMod val="103000"/>
                  <a:lumMod val="102000"/>
                  <a:tint val="94000"/>
                </a:schemeClr>
              </a:gs>
              <a:gs pos="50000">
                <a:schemeClr val="accent1">
                  <a:satMod val="110000"/>
                  <a:lumMod val="100000"/>
                  <a:shade val="100000"/>
                </a:schemeClr>
              </a:gs>
              <a:gs pos="100000">
                <a:schemeClr val="accent1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>
            <a:noFill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  <a:sp3d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lt1">
                      <a:lumMod val="8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6"/>
        <c:spPr>
          <a:gradFill rotWithShape="1">
            <a:gsLst>
              <a:gs pos="0">
                <a:schemeClr val="accent1">
                  <a:satMod val="103000"/>
                  <a:lumMod val="102000"/>
                  <a:tint val="94000"/>
                </a:schemeClr>
              </a:gs>
              <a:gs pos="50000">
                <a:schemeClr val="accent1">
                  <a:satMod val="110000"/>
                  <a:lumMod val="100000"/>
                  <a:shade val="100000"/>
                </a:schemeClr>
              </a:gs>
              <a:gs pos="100000">
                <a:schemeClr val="accent1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>
            <a:noFill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  <a:sp3d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lt1">
                      <a:lumMod val="8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7"/>
        <c:spPr>
          <a:gradFill rotWithShape="1">
            <a:gsLst>
              <a:gs pos="0">
                <a:schemeClr val="accent1">
                  <a:satMod val="103000"/>
                  <a:lumMod val="102000"/>
                  <a:tint val="94000"/>
                </a:schemeClr>
              </a:gs>
              <a:gs pos="50000">
                <a:schemeClr val="accent1">
                  <a:satMod val="110000"/>
                  <a:lumMod val="100000"/>
                  <a:shade val="100000"/>
                </a:schemeClr>
              </a:gs>
              <a:gs pos="100000">
                <a:schemeClr val="accent1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>
            <a:noFill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  <a:sp3d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lt1">
                      <a:lumMod val="8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8"/>
        <c:spPr>
          <a:gradFill rotWithShape="1">
            <a:gsLst>
              <a:gs pos="0">
                <a:schemeClr val="accent1">
                  <a:satMod val="103000"/>
                  <a:lumMod val="102000"/>
                  <a:tint val="94000"/>
                </a:schemeClr>
              </a:gs>
              <a:gs pos="50000">
                <a:schemeClr val="accent1">
                  <a:satMod val="110000"/>
                  <a:lumMod val="100000"/>
                  <a:shade val="100000"/>
                </a:schemeClr>
              </a:gs>
              <a:gs pos="100000">
                <a:schemeClr val="accent1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>
            <a:noFill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  <a:sp3d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lt1">
                      <a:lumMod val="8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</c:pivotFmts>
    <c:view3D>
      <c:rotX val="15"/>
      <c:rotY val="20"/>
      <c:depthPercent val="100"/>
      <c:rAngAx val="1"/>
    </c:view3D>
    <c:floor>
      <c:thickness val="0"/>
      <c:spPr>
        <a:noFill/>
        <a:ln>
          <a:noFill/>
        </a:ln>
        <a:effectLst/>
        <a:sp3d/>
      </c:spPr>
    </c:floor>
    <c:sideWall>
      <c:thickness val="0"/>
      <c:spPr>
        <a:noFill/>
        <a:ln>
          <a:noFill/>
        </a:ln>
        <a:effectLst/>
        <a:sp3d/>
      </c:spPr>
    </c:sideWall>
    <c:backWall>
      <c:thickness val="0"/>
      <c:spPr>
        <a:noFill/>
        <a:ln>
          <a:noFill/>
        </a:ln>
        <a:effectLst/>
        <a:sp3d/>
      </c:spPr>
    </c:backWall>
    <c:plotArea>
      <c:layout/>
      <c:bar3DChart>
        <c:barDir val="col"/>
        <c:grouping val="stacked"/>
        <c:varyColors val="0"/>
        <c:ser>
          <c:idx val="0"/>
          <c:order val="0"/>
          <c:tx>
            <c:strRef>
              <c:f>'Rental Source'!$B$3</c:f>
              <c:strCache>
                <c:ptCount val="1"/>
                <c:pt idx="0">
                  <c:v>Sum of casual</c:v>
                </c:pt>
              </c:strCache>
            </c:strRef>
          </c:tx>
          <c:spPr>
            <a:gradFill rotWithShape="1">
              <a:gsLst>
                <a:gs pos="0">
                  <a:schemeClr val="accent1">
                    <a:satMod val="103000"/>
                    <a:lumMod val="102000"/>
                    <a:tint val="94000"/>
                  </a:schemeClr>
                </a:gs>
                <a:gs pos="50000">
                  <a:schemeClr val="accent1">
                    <a:satMod val="110000"/>
                    <a:lumMod val="100000"/>
                    <a:shade val="100000"/>
                  </a:schemeClr>
                </a:gs>
                <a:gs pos="100000">
                  <a:schemeClr val="accent1">
                    <a:lumMod val="99000"/>
                    <a:satMod val="120000"/>
                    <a:shade val="78000"/>
                  </a:schemeClr>
                </a:gs>
              </a:gsLst>
              <a:lin ang="5400000" scaled="0"/>
            </a:gradFill>
            <a:ln>
              <a:noFill/>
            </a:ln>
            <a:effectLst>
              <a:outerShdw blurRad="57150" dist="19050" dir="5400000" algn="ctr" rotWithShape="0">
                <a:srgbClr val="000000">
                  <a:alpha val="63000"/>
                </a:srgbClr>
              </a:outerShdw>
            </a:effectLst>
            <a:sp3d/>
          </c:spPr>
          <c:invertIfNegative val="0"/>
          <c:cat>
            <c:strRef>
              <c:f>'Rental Source'!$A$4:$A$49</c:f>
              <c:strCache>
                <c:ptCount val="45"/>
                <c:pt idx="0">
                  <c:v>1-Jan</c:v>
                </c:pt>
                <c:pt idx="1">
                  <c:v>2-Jan</c:v>
                </c:pt>
                <c:pt idx="2">
                  <c:v>3-Jan</c:v>
                </c:pt>
                <c:pt idx="3">
                  <c:v>4-Jan</c:v>
                </c:pt>
                <c:pt idx="4">
                  <c:v>5-Jan</c:v>
                </c:pt>
                <c:pt idx="5">
                  <c:v>6-Jan</c:v>
                </c:pt>
                <c:pt idx="6">
                  <c:v>7-Jan</c:v>
                </c:pt>
                <c:pt idx="7">
                  <c:v>8-Jan</c:v>
                </c:pt>
                <c:pt idx="8">
                  <c:v>9-Jan</c:v>
                </c:pt>
                <c:pt idx="9">
                  <c:v>10-Jan</c:v>
                </c:pt>
                <c:pt idx="10">
                  <c:v>11-Jan</c:v>
                </c:pt>
                <c:pt idx="11">
                  <c:v>12-Jan</c:v>
                </c:pt>
                <c:pt idx="12">
                  <c:v>13-Jan</c:v>
                </c:pt>
                <c:pt idx="13">
                  <c:v>14-Jan</c:v>
                </c:pt>
                <c:pt idx="14">
                  <c:v>15-Jan</c:v>
                </c:pt>
                <c:pt idx="15">
                  <c:v>16-Jan</c:v>
                </c:pt>
                <c:pt idx="16">
                  <c:v>17-Jan</c:v>
                </c:pt>
                <c:pt idx="17">
                  <c:v>18-Jan</c:v>
                </c:pt>
                <c:pt idx="18">
                  <c:v>19-Jan</c:v>
                </c:pt>
                <c:pt idx="19">
                  <c:v>20-Jan</c:v>
                </c:pt>
                <c:pt idx="20">
                  <c:v>21-Jan</c:v>
                </c:pt>
                <c:pt idx="21">
                  <c:v>22-Jan</c:v>
                </c:pt>
                <c:pt idx="22">
                  <c:v>23-Jan</c:v>
                </c:pt>
                <c:pt idx="23">
                  <c:v>24-Jan</c:v>
                </c:pt>
                <c:pt idx="24">
                  <c:v>25-Jan</c:v>
                </c:pt>
                <c:pt idx="25">
                  <c:v>26-Jan</c:v>
                </c:pt>
                <c:pt idx="26">
                  <c:v>27-Jan</c:v>
                </c:pt>
                <c:pt idx="27">
                  <c:v>28-Jan</c:v>
                </c:pt>
                <c:pt idx="28">
                  <c:v>29-Jan</c:v>
                </c:pt>
                <c:pt idx="29">
                  <c:v>30-Jan</c:v>
                </c:pt>
                <c:pt idx="30">
                  <c:v>31-Jan</c:v>
                </c:pt>
                <c:pt idx="31">
                  <c:v>1-Feb</c:v>
                </c:pt>
                <c:pt idx="32">
                  <c:v>2-Feb</c:v>
                </c:pt>
                <c:pt idx="33">
                  <c:v>3-Feb</c:v>
                </c:pt>
                <c:pt idx="34">
                  <c:v>4-Feb</c:v>
                </c:pt>
                <c:pt idx="35">
                  <c:v>5-Feb</c:v>
                </c:pt>
                <c:pt idx="36">
                  <c:v>6-Feb</c:v>
                </c:pt>
                <c:pt idx="37">
                  <c:v>7-Feb</c:v>
                </c:pt>
                <c:pt idx="38">
                  <c:v>8-Feb</c:v>
                </c:pt>
                <c:pt idx="39">
                  <c:v>9-Feb</c:v>
                </c:pt>
                <c:pt idx="40">
                  <c:v>10-Feb</c:v>
                </c:pt>
                <c:pt idx="41">
                  <c:v>11-Feb</c:v>
                </c:pt>
                <c:pt idx="42">
                  <c:v>12-Feb</c:v>
                </c:pt>
                <c:pt idx="43">
                  <c:v>13-Feb</c:v>
                </c:pt>
                <c:pt idx="44">
                  <c:v>14-Feb</c:v>
                </c:pt>
              </c:strCache>
            </c:strRef>
          </c:cat>
          <c:val>
            <c:numRef>
              <c:f>'Rental Source'!$B$4:$B$49</c:f>
              <c:numCache>
                <c:formatCode>General</c:formatCode>
                <c:ptCount val="45"/>
                <c:pt idx="0">
                  <c:v>331</c:v>
                </c:pt>
                <c:pt idx="1">
                  <c:v>131</c:v>
                </c:pt>
                <c:pt idx="2">
                  <c:v>120</c:v>
                </c:pt>
                <c:pt idx="3">
                  <c:v>108</c:v>
                </c:pt>
                <c:pt idx="4">
                  <c:v>82</c:v>
                </c:pt>
                <c:pt idx="5">
                  <c:v>88</c:v>
                </c:pt>
                <c:pt idx="6">
                  <c:v>148</c:v>
                </c:pt>
                <c:pt idx="7">
                  <c:v>68</c:v>
                </c:pt>
                <c:pt idx="8">
                  <c:v>54</c:v>
                </c:pt>
                <c:pt idx="9">
                  <c:v>41</c:v>
                </c:pt>
                <c:pt idx="10">
                  <c:v>43</c:v>
                </c:pt>
                <c:pt idx="11">
                  <c:v>25</c:v>
                </c:pt>
                <c:pt idx="12">
                  <c:v>38</c:v>
                </c:pt>
                <c:pt idx="13">
                  <c:v>54</c:v>
                </c:pt>
                <c:pt idx="14">
                  <c:v>222</c:v>
                </c:pt>
                <c:pt idx="15">
                  <c:v>251</c:v>
                </c:pt>
                <c:pt idx="16">
                  <c:v>117</c:v>
                </c:pt>
                <c:pt idx="17">
                  <c:v>9</c:v>
                </c:pt>
                <c:pt idx="18">
                  <c:v>78</c:v>
                </c:pt>
                <c:pt idx="19">
                  <c:v>83</c:v>
                </c:pt>
                <c:pt idx="20">
                  <c:v>75</c:v>
                </c:pt>
                <c:pt idx="21">
                  <c:v>93</c:v>
                </c:pt>
                <c:pt idx="22">
                  <c:v>150</c:v>
                </c:pt>
                <c:pt idx="23">
                  <c:v>86</c:v>
                </c:pt>
                <c:pt idx="24">
                  <c:v>186</c:v>
                </c:pt>
                <c:pt idx="25">
                  <c:v>34</c:v>
                </c:pt>
                <c:pt idx="26">
                  <c:v>15</c:v>
                </c:pt>
                <c:pt idx="27">
                  <c:v>38</c:v>
                </c:pt>
                <c:pt idx="28">
                  <c:v>123</c:v>
                </c:pt>
                <c:pt idx="29">
                  <c:v>140</c:v>
                </c:pt>
                <c:pt idx="30">
                  <c:v>42</c:v>
                </c:pt>
                <c:pt idx="31">
                  <c:v>47</c:v>
                </c:pt>
                <c:pt idx="32">
                  <c:v>72</c:v>
                </c:pt>
                <c:pt idx="33">
                  <c:v>61</c:v>
                </c:pt>
                <c:pt idx="34">
                  <c:v>88</c:v>
                </c:pt>
                <c:pt idx="35">
                  <c:v>100</c:v>
                </c:pt>
                <c:pt idx="36">
                  <c:v>354</c:v>
                </c:pt>
                <c:pt idx="37">
                  <c:v>120</c:v>
                </c:pt>
                <c:pt idx="38">
                  <c:v>64</c:v>
                </c:pt>
                <c:pt idx="39">
                  <c:v>53</c:v>
                </c:pt>
                <c:pt idx="40">
                  <c:v>47</c:v>
                </c:pt>
                <c:pt idx="41">
                  <c:v>149</c:v>
                </c:pt>
                <c:pt idx="42">
                  <c:v>288</c:v>
                </c:pt>
                <c:pt idx="43">
                  <c:v>397</c:v>
                </c:pt>
                <c:pt idx="44">
                  <c:v>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7129-48E5-8D9B-6DE3E42A3465}"/>
            </c:ext>
          </c:extLst>
        </c:ser>
        <c:ser>
          <c:idx val="1"/>
          <c:order val="1"/>
          <c:tx>
            <c:strRef>
              <c:f>'Rental Source'!$C$3</c:f>
              <c:strCache>
                <c:ptCount val="1"/>
                <c:pt idx="0">
                  <c:v>Sum of registered</c:v>
                </c:pt>
              </c:strCache>
            </c:strRef>
          </c:tx>
          <c:spPr>
            <a:gradFill rotWithShape="1">
              <a:gsLst>
                <a:gs pos="0">
                  <a:schemeClr val="accent2">
                    <a:satMod val="103000"/>
                    <a:lumMod val="102000"/>
                    <a:tint val="94000"/>
                  </a:schemeClr>
                </a:gs>
                <a:gs pos="50000">
                  <a:schemeClr val="accent2">
                    <a:satMod val="110000"/>
                    <a:lumMod val="100000"/>
                    <a:shade val="100000"/>
                  </a:schemeClr>
                </a:gs>
                <a:gs pos="100000">
                  <a:schemeClr val="accent2">
                    <a:lumMod val="99000"/>
                    <a:satMod val="120000"/>
                    <a:shade val="78000"/>
                  </a:schemeClr>
                </a:gs>
              </a:gsLst>
              <a:lin ang="5400000" scaled="0"/>
            </a:gradFill>
            <a:ln>
              <a:noFill/>
            </a:ln>
            <a:effectLst>
              <a:outerShdw blurRad="57150" dist="19050" dir="5400000" algn="ctr" rotWithShape="0">
                <a:srgbClr val="000000">
                  <a:alpha val="63000"/>
                </a:srgbClr>
              </a:outerShdw>
            </a:effectLst>
            <a:sp3d/>
          </c:spPr>
          <c:invertIfNegative val="0"/>
          <c:cat>
            <c:strRef>
              <c:f>'Rental Source'!$A$4:$A$49</c:f>
              <c:strCache>
                <c:ptCount val="45"/>
                <c:pt idx="0">
                  <c:v>1-Jan</c:v>
                </c:pt>
                <c:pt idx="1">
                  <c:v>2-Jan</c:v>
                </c:pt>
                <c:pt idx="2">
                  <c:v>3-Jan</c:v>
                </c:pt>
                <c:pt idx="3">
                  <c:v>4-Jan</c:v>
                </c:pt>
                <c:pt idx="4">
                  <c:v>5-Jan</c:v>
                </c:pt>
                <c:pt idx="5">
                  <c:v>6-Jan</c:v>
                </c:pt>
                <c:pt idx="6">
                  <c:v>7-Jan</c:v>
                </c:pt>
                <c:pt idx="7">
                  <c:v>8-Jan</c:v>
                </c:pt>
                <c:pt idx="8">
                  <c:v>9-Jan</c:v>
                </c:pt>
                <c:pt idx="9">
                  <c:v>10-Jan</c:v>
                </c:pt>
                <c:pt idx="10">
                  <c:v>11-Jan</c:v>
                </c:pt>
                <c:pt idx="11">
                  <c:v>12-Jan</c:v>
                </c:pt>
                <c:pt idx="12">
                  <c:v>13-Jan</c:v>
                </c:pt>
                <c:pt idx="13">
                  <c:v>14-Jan</c:v>
                </c:pt>
                <c:pt idx="14">
                  <c:v>15-Jan</c:v>
                </c:pt>
                <c:pt idx="15">
                  <c:v>16-Jan</c:v>
                </c:pt>
                <c:pt idx="16">
                  <c:v>17-Jan</c:v>
                </c:pt>
                <c:pt idx="17">
                  <c:v>18-Jan</c:v>
                </c:pt>
                <c:pt idx="18">
                  <c:v>19-Jan</c:v>
                </c:pt>
                <c:pt idx="19">
                  <c:v>20-Jan</c:v>
                </c:pt>
                <c:pt idx="20">
                  <c:v>21-Jan</c:v>
                </c:pt>
                <c:pt idx="21">
                  <c:v>22-Jan</c:v>
                </c:pt>
                <c:pt idx="22">
                  <c:v>23-Jan</c:v>
                </c:pt>
                <c:pt idx="23">
                  <c:v>24-Jan</c:v>
                </c:pt>
                <c:pt idx="24">
                  <c:v>25-Jan</c:v>
                </c:pt>
                <c:pt idx="25">
                  <c:v>26-Jan</c:v>
                </c:pt>
                <c:pt idx="26">
                  <c:v>27-Jan</c:v>
                </c:pt>
                <c:pt idx="27">
                  <c:v>28-Jan</c:v>
                </c:pt>
                <c:pt idx="28">
                  <c:v>29-Jan</c:v>
                </c:pt>
                <c:pt idx="29">
                  <c:v>30-Jan</c:v>
                </c:pt>
                <c:pt idx="30">
                  <c:v>31-Jan</c:v>
                </c:pt>
                <c:pt idx="31">
                  <c:v>1-Feb</c:v>
                </c:pt>
                <c:pt idx="32">
                  <c:v>2-Feb</c:v>
                </c:pt>
                <c:pt idx="33">
                  <c:v>3-Feb</c:v>
                </c:pt>
                <c:pt idx="34">
                  <c:v>4-Feb</c:v>
                </c:pt>
                <c:pt idx="35">
                  <c:v>5-Feb</c:v>
                </c:pt>
                <c:pt idx="36">
                  <c:v>6-Feb</c:v>
                </c:pt>
                <c:pt idx="37">
                  <c:v>7-Feb</c:v>
                </c:pt>
                <c:pt idx="38">
                  <c:v>8-Feb</c:v>
                </c:pt>
                <c:pt idx="39">
                  <c:v>9-Feb</c:v>
                </c:pt>
                <c:pt idx="40">
                  <c:v>10-Feb</c:v>
                </c:pt>
                <c:pt idx="41">
                  <c:v>11-Feb</c:v>
                </c:pt>
                <c:pt idx="42">
                  <c:v>12-Feb</c:v>
                </c:pt>
                <c:pt idx="43">
                  <c:v>13-Feb</c:v>
                </c:pt>
                <c:pt idx="44">
                  <c:v>14-Feb</c:v>
                </c:pt>
              </c:strCache>
            </c:strRef>
          </c:cat>
          <c:val>
            <c:numRef>
              <c:f>'Rental Source'!$C$4:$C$49</c:f>
              <c:numCache>
                <c:formatCode>General</c:formatCode>
                <c:ptCount val="45"/>
                <c:pt idx="0">
                  <c:v>654</c:v>
                </c:pt>
                <c:pt idx="1">
                  <c:v>670</c:v>
                </c:pt>
                <c:pt idx="2">
                  <c:v>1229</c:v>
                </c:pt>
                <c:pt idx="3">
                  <c:v>1454</c:v>
                </c:pt>
                <c:pt idx="4">
                  <c:v>1518</c:v>
                </c:pt>
                <c:pt idx="5">
                  <c:v>1518</c:v>
                </c:pt>
                <c:pt idx="6">
                  <c:v>1362</c:v>
                </c:pt>
                <c:pt idx="7">
                  <c:v>891</c:v>
                </c:pt>
                <c:pt idx="8">
                  <c:v>768</c:v>
                </c:pt>
                <c:pt idx="9">
                  <c:v>1280</c:v>
                </c:pt>
                <c:pt idx="10">
                  <c:v>1220</c:v>
                </c:pt>
                <c:pt idx="11">
                  <c:v>1137</c:v>
                </c:pt>
                <c:pt idx="12">
                  <c:v>1368</c:v>
                </c:pt>
                <c:pt idx="13">
                  <c:v>1367</c:v>
                </c:pt>
                <c:pt idx="14">
                  <c:v>1026</c:v>
                </c:pt>
                <c:pt idx="15">
                  <c:v>953</c:v>
                </c:pt>
                <c:pt idx="16">
                  <c:v>883</c:v>
                </c:pt>
                <c:pt idx="17">
                  <c:v>674</c:v>
                </c:pt>
                <c:pt idx="18">
                  <c:v>1572</c:v>
                </c:pt>
                <c:pt idx="19">
                  <c:v>1844</c:v>
                </c:pt>
                <c:pt idx="20">
                  <c:v>1468</c:v>
                </c:pt>
                <c:pt idx="21">
                  <c:v>888</c:v>
                </c:pt>
                <c:pt idx="22">
                  <c:v>836</c:v>
                </c:pt>
                <c:pt idx="23">
                  <c:v>1330</c:v>
                </c:pt>
                <c:pt idx="24">
                  <c:v>1799</c:v>
                </c:pt>
                <c:pt idx="25">
                  <c:v>472</c:v>
                </c:pt>
                <c:pt idx="26">
                  <c:v>416</c:v>
                </c:pt>
                <c:pt idx="27">
                  <c:v>1129</c:v>
                </c:pt>
                <c:pt idx="28">
                  <c:v>975</c:v>
                </c:pt>
                <c:pt idx="29">
                  <c:v>956</c:v>
                </c:pt>
                <c:pt idx="30">
                  <c:v>1459</c:v>
                </c:pt>
                <c:pt idx="31">
                  <c:v>1313</c:v>
                </c:pt>
                <c:pt idx="32">
                  <c:v>1454</c:v>
                </c:pt>
                <c:pt idx="33">
                  <c:v>1489</c:v>
                </c:pt>
                <c:pt idx="34">
                  <c:v>1620</c:v>
                </c:pt>
                <c:pt idx="35">
                  <c:v>905</c:v>
                </c:pt>
                <c:pt idx="36">
                  <c:v>1269</c:v>
                </c:pt>
                <c:pt idx="37">
                  <c:v>1592</c:v>
                </c:pt>
                <c:pt idx="38">
                  <c:v>1466</c:v>
                </c:pt>
                <c:pt idx="39">
                  <c:v>1552</c:v>
                </c:pt>
                <c:pt idx="40">
                  <c:v>1491</c:v>
                </c:pt>
                <c:pt idx="41">
                  <c:v>1597</c:v>
                </c:pt>
                <c:pt idx="42">
                  <c:v>1184</c:v>
                </c:pt>
                <c:pt idx="43">
                  <c:v>1192</c:v>
                </c:pt>
                <c:pt idx="44">
                  <c:v>143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7129-48E5-8D9B-6DE3E42A3465}"/>
            </c:ext>
          </c:extLst>
        </c:ser>
        <c:ser>
          <c:idx val="2"/>
          <c:order val="2"/>
          <c:tx>
            <c:strRef>
              <c:f>'Rental Source'!$D$3</c:f>
              <c:strCache>
                <c:ptCount val="1"/>
                <c:pt idx="0">
                  <c:v>Sum of cnt</c:v>
                </c:pt>
              </c:strCache>
            </c:strRef>
          </c:tx>
          <c:spPr>
            <a:gradFill rotWithShape="1">
              <a:gsLst>
                <a:gs pos="0">
                  <a:schemeClr val="accent3">
                    <a:satMod val="103000"/>
                    <a:lumMod val="102000"/>
                    <a:tint val="94000"/>
                  </a:schemeClr>
                </a:gs>
                <a:gs pos="50000">
                  <a:schemeClr val="accent3">
                    <a:satMod val="110000"/>
                    <a:lumMod val="100000"/>
                    <a:shade val="100000"/>
                  </a:schemeClr>
                </a:gs>
                <a:gs pos="100000">
                  <a:schemeClr val="accent3">
                    <a:lumMod val="99000"/>
                    <a:satMod val="120000"/>
                    <a:shade val="78000"/>
                  </a:schemeClr>
                </a:gs>
              </a:gsLst>
              <a:lin ang="5400000" scaled="0"/>
            </a:gradFill>
            <a:ln>
              <a:noFill/>
            </a:ln>
            <a:effectLst>
              <a:outerShdw blurRad="57150" dist="19050" dir="5400000" algn="ctr" rotWithShape="0">
                <a:srgbClr val="000000">
                  <a:alpha val="63000"/>
                </a:srgbClr>
              </a:outerShdw>
            </a:effectLst>
            <a:sp3d/>
          </c:spPr>
          <c:invertIfNegative val="0"/>
          <c:cat>
            <c:strRef>
              <c:f>'Rental Source'!$A$4:$A$49</c:f>
              <c:strCache>
                <c:ptCount val="45"/>
                <c:pt idx="0">
                  <c:v>1-Jan</c:v>
                </c:pt>
                <c:pt idx="1">
                  <c:v>2-Jan</c:v>
                </c:pt>
                <c:pt idx="2">
                  <c:v>3-Jan</c:v>
                </c:pt>
                <c:pt idx="3">
                  <c:v>4-Jan</c:v>
                </c:pt>
                <c:pt idx="4">
                  <c:v>5-Jan</c:v>
                </c:pt>
                <c:pt idx="5">
                  <c:v>6-Jan</c:v>
                </c:pt>
                <c:pt idx="6">
                  <c:v>7-Jan</c:v>
                </c:pt>
                <c:pt idx="7">
                  <c:v>8-Jan</c:v>
                </c:pt>
                <c:pt idx="8">
                  <c:v>9-Jan</c:v>
                </c:pt>
                <c:pt idx="9">
                  <c:v>10-Jan</c:v>
                </c:pt>
                <c:pt idx="10">
                  <c:v>11-Jan</c:v>
                </c:pt>
                <c:pt idx="11">
                  <c:v>12-Jan</c:v>
                </c:pt>
                <c:pt idx="12">
                  <c:v>13-Jan</c:v>
                </c:pt>
                <c:pt idx="13">
                  <c:v>14-Jan</c:v>
                </c:pt>
                <c:pt idx="14">
                  <c:v>15-Jan</c:v>
                </c:pt>
                <c:pt idx="15">
                  <c:v>16-Jan</c:v>
                </c:pt>
                <c:pt idx="16">
                  <c:v>17-Jan</c:v>
                </c:pt>
                <c:pt idx="17">
                  <c:v>18-Jan</c:v>
                </c:pt>
                <c:pt idx="18">
                  <c:v>19-Jan</c:v>
                </c:pt>
                <c:pt idx="19">
                  <c:v>20-Jan</c:v>
                </c:pt>
                <c:pt idx="20">
                  <c:v>21-Jan</c:v>
                </c:pt>
                <c:pt idx="21">
                  <c:v>22-Jan</c:v>
                </c:pt>
                <c:pt idx="22">
                  <c:v>23-Jan</c:v>
                </c:pt>
                <c:pt idx="23">
                  <c:v>24-Jan</c:v>
                </c:pt>
                <c:pt idx="24">
                  <c:v>25-Jan</c:v>
                </c:pt>
                <c:pt idx="25">
                  <c:v>26-Jan</c:v>
                </c:pt>
                <c:pt idx="26">
                  <c:v>27-Jan</c:v>
                </c:pt>
                <c:pt idx="27">
                  <c:v>28-Jan</c:v>
                </c:pt>
                <c:pt idx="28">
                  <c:v>29-Jan</c:v>
                </c:pt>
                <c:pt idx="29">
                  <c:v>30-Jan</c:v>
                </c:pt>
                <c:pt idx="30">
                  <c:v>31-Jan</c:v>
                </c:pt>
                <c:pt idx="31">
                  <c:v>1-Feb</c:v>
                </c:pt>
                <c:pt idx="32">
                  <c:v>2-Feb</c:v>
                </c:pt>
                <c:pt idx="33">
                  <c:v>3-Feb</c:v>
                </c:pt>
                <c:pt idx="34">
                  <c:v>4-Feb</c:v>
                </c:pt>
                <c:pt idx="35">
                  <c:v>5-Feb</c:v>
                </c:pt>
                <c:pt idx="36">
                  <c:v>6-Feb</c:v>
                </c:pt>
                <c:pt idx="37">
                  <c:v>7-Feb</c:v>
                </c:pt>
                <c:pt idx="38">
                  <c:v>8-Feb</c:v>
                </c:pt>
                <c:pt idx="39">
                  <c:v>9-Feb</c:v>
                </c:pt>
                <c:pt idx="40">
                  <c:v>10-Feb</c:v>
                </c:pt>
                <c:pt idx="41">
                  <c:v>11-Feb</c:v>
                </c:pt>
                <c:pt idx="42">
                  <c:v>12-Feb</c:v>
                </c:pt>
                <c:pt idx="43">
                  <c:v>13-Feb</c:v>
                </c:pt>
                <c:pt idx="44">
                  <c:v>14-Feb</c:v>
                </c:pt>
              </c:strCache>
            </c:strRef>
          </c:cat>
          <c:val>
            <c:numRef>
              <c:f>'Rental Source'!$D$4:$D$49</c:f>
              <c:numCache>
                <c:formatCode>General</c:formatCode>
                <c:ptCount val="45"/>
                <c:pt idx="0">
                  <c:v>985</c:v>
                </c:pt>
                <c:pt idx="1">
                  <c:v>801</c:v>
                </c:pt>
                <c:pt idx="2">
                  <c:v>1349</c:v>
                </c:pt>
                <c:pt idx="3">
                  <c:v>1562</c:v>
                </c:pt>
                <c:pt idx="4">
                  <c:v>1600</c:v>
                </c:pt>
                <c:pt idx="5">
                  <c:v>1606</c:v>
                </c:pt>
                <c:pt idx="6">
                  <c:v>1510</c:v>
                </c:pt>
                <c:pt idx="7">
                  <c:v>959</c:v>
                </c:pt>
                <c:pt idx="8">
                  <c:v>822</c:v>
                </c:pt>
                <c:pt idx="9">
                  <c:v>1321</c:v>
                </c:pt>
                <c:pt idx="10">
                  <c:v>1263</c:v>
                </c:pt>
                <c:pt idx="11">
                  <c:v>1162</c:v>
                </c:pt>
                <c:pt idx="12">
                  <c:v>1406</c:v>
                </c:pt>
                <c:pt idx="13">
                  <c:v>1421</c:v>
                </c:pt>
                <c:pt idx="14">
                  <c:v>1248</c:v>
                </c:pt>
                <c:pt idx="15">
                  <c:v>1204</c:v>
                </c:pt>
                <c:pt idx="16">
                  <c:v>1000</c:v>
                </c:pt>
                <c:pt idx="17">
                  <c:v>683</c:v>
                </c:pt>
                <c:pt idx="18">
                  <c:v>1650</c:v>
                </c:pt>
                <c:pt idx="19">
                  <c:v>1927</c:v>
                </c:pt>
                <c:pt idx="20">
                  <c:v>1543</c:v>
                </c:pt>
                <c:pt idx="21">
                  <c:v>981</c:v>
                </c:pt>
                <c:pt idx="22">
                  <c:v>986</c:v>
                </c:pt>
                <c:pt idx="23">
                  <c:v>1416</c:v>
                </c:pt>
                <c:pt idx="24">
                  <c:v>1985</c:v>
                </c:pt>
                <c:pt idx="25">
                  <c:v>506</c:v>
                </c:pt>
                <c:pt idx="26">
                  <c:v>431</c:v>
                </c:pt>
                <c:pt idx="27">
                  <c:v>1167</c:v>
                </c:pt>
                <c:pt idx="28">
                  <c:v>1098</c:v>
                </c:pt>
                <c:pt idx="29">
                  <c:v>1096</c:v>
                </c:pt>
                <c:pt idx="30">
                  <c:v>1501</c:v>
                </c:pt>
                <c:pt idx="31">
                  <c:v>1360</c:v>
                </c:pt>
                <c:pt idx="32">
                  <c:v>1526</c:v>
                </c:pt>
                <c:pt idx="33">
                  <c:v>1550</c:v>
                </c:pt>
                <c:pt idx="34">
                  <c:v>1708</c:v>
                </c:pt>
                <c:pt idx="35">
                  <c:v>1005</c:v>
                </c:pt>
                <c:pt idx="36">
                  <c:v>1623</c:v>
                </c:pt>
                <c:pt idx="37">
                  <c:v>1712</c:v>
                </c:pt>
                <c:pt idx="38">
                  <c:v>1530</c:v>
                </c:pt>
                <c:pt idx="39">
                  <c:v>1605</c:v>
                </c:pt>
                <c:pt idx="40">
                  <c:v>1538</c:v>
                </c:pt>
                <c:pt idx="41">
                  <c:v>1746</c:v>
                </c:pt>
                <c:pt idx="42">
                  <c:v>1472</c:v>
                </c:pt>
                <c:pt idx="43">
                  <c:v>1589</c:v>
                </c:pt>
                <c:pt idx="44">
                  <c:v>151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7129-48E5-8D9B-6DE3E42A3465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shape val="box"/>
        <c:axId val="1084780687"/>
        <c:axId val="1084783567"/>
        <c:axId val="0"/>
      </c:bar3DChart>
      <c:catAx>
        <c:axId val="1084780687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lt1">
                    <a:lumMod val="8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084783567"/>
        <c:crosses val="autoZero"/>
        <c:auto val="1"/>
        <c:lblAlgn val="ctr"/>
        <c:lblOffset val="100"/>
        <c:noMultiLvlLbl val="0"/>
      </c:catAx>
      <c:valAx>
        <c:axId val="1084783567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dk1">
                  <a:lumMod val="50000"/>
                  <a:lumOff val="50000"/>
                </a:schemeClr>
              </a:solidFill>
              <a:round/>
            </a:ln>
            <a:effectLst/>
          </c:spPr>
        </c:majorGridlines>
        <c:numFmt formatCode="General" sourceLinked="1"/>
        <c:majorTickMark val="out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lt1">
                    <a:lumMod val="8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084780687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t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lt1">
                  <a:lumMod val="8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gradFill flip="none" rotWithShape="1">
      <a:gsLst>
        <a:gs pos="0">
          <a:schemeClr val="dk1">
            <a:lumMod val="65000"/>
            <a:lumOff val="35000"/>
          </a:schemeClr>
        </a:gs>
        <a:gs pos="100000">
          <a:schemeClr val="dk1">
            <a:lumMod val="85000"/>
            <a:lumOff val="15000"/>
          </a:schemeClr>
        </a:gs>
      </a:gsLst>
      <a:path path="circle">
        <a:fillToRect l="50000" t="50000" r="50000" b="50000"/>
      </a:path>
      <a:tileRect/>
    </a:gradFill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  <c:extLst>
    <c:ext xmlns:c14="http://schemas.microsoft.com/office/drawing/2007/8/2/chart" uri="{781A3756-C4B2-4CAC-9D66-4F8BD8637D16}">
      <c14:pivotOptions>
        <c14:dropZoneFilter val="1"/>
        <c14:dropZoneCategories val="1"/>
        <c14:dropZoneData val="1"/>
        <c14:dropZoneSeries val="1"/>
        <c14:dropZonesVisible val="1"/>
      </c14:pivotOptions>
    </c:ext>
    <c:ext xmlns:c16="http://schemas.microsoft.com/office/drawing/2014/chart" uri="{E28EC0CA-F0BB-4C9C-879D-F8772B89E7AC}">
      <c16:pivotOptions16>
        <c16:showExpandCollapseFieldButtons val="1"/>
      </c16:pivotOptions16>
    </c:ext>
  </c:extLst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86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229">
  <cs:axisTitle>
    <cs:lnRef idx="0"/>
    <cs:fillRef idx="0"/>
    <cs:effectRef idx="0"/>
    <cs:fontRef idx="minor">
      <a:schemeClr val="lt1"/>
    </cs:fontRef>
    <cs:defRPr sz="900" b="1" kern="1200"/>
  </cs:axisTitle>
  <cs:categoryAxis>
    <cs:lnRef idx="0">
      <cs:styleClr val="0"/>
    </cs:lnRef>
    <cs:fillRef idx="0"/>
    <cs:effectRef idx="0"/>
    <cs:fontRef idx="minor">
      <a:schemeClr val="lt1"/>
    </cs:fontRef>
    <cs:spPr>
      <a:ln w="12700" cap="flat" cmpd="sng" algn="ctr">
        <a:solidFill>
          <a:schemeClr val="lt1"/>
        </a:solidFill>
        <a:round/>
      </a:ln>
    </cs:spPr>
    <cs:defRPr sz="900" kern="1200" spc="100" baseline="0"/>
  </cs:categoryAxis>
  <cs:chartArea>
    <cs:lnRef idx="0">
      <cs:styleClr val="0"/>
    </cs:lnRef>
    <cs:fillRef idx="0">
      <cs:styleClr val="0"/>
    </cs:fillRef>
    <cs:effectRef idx="0"/>
    <cs:fontRef idx="minor">
      <a:schemeClr val="dk1"/>
    </cs:fontRef>
    <cs:spPr>
      <a:solidFill>
        <a:schemeClr val="phClr"/>
      </a:solidFill>
      <a:ln w="9525" cap="flat" cmpd="sng" algn="ctr">
        <a:solidFill>
          <a:schemeClr val="phClr"/>
        </a:solidFill>
        <a:round/>
      </a:ln>
    </cs:spPr>
    <cs:defRPr sz="1000" kern="1200"/>
  </cs:chartArea>
  <cs:dataLabel>
    <cs:lnRef idx="0"/>
    <cs:fillRef idx="0"/>
    <cs:effectRef idx="0"/>
    <cs:fontRef idx="minor">
      <a:schemeClr val="lt1"/>
    </cs:fontRef>
    <cs:defRPr sz="900" b="1" kern="1200"/>
  </cs:dataLabel>
  <cs:dataLabelCallout>
    <cs:lnRef idx="0">
      <cs:styleClr val="auto"/>
    </cs:lnRef>
    <cs:fillRef idx="0"/>
    <cs:effectRef idx="0"/>
    <cs:fontRef idx="minor">
      <cs:styleClr val="auto"/>
    </cs:fontRef>
    <cs:spPr>
      <a:solidFill>
        <a:schemeClr val="lt1"/>
      </a:solidFill>
      <a:ln>
        <a:solidFill>
          <a:schemeClr val="phClr"/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0">
      <cs:styleClr val="auto"/>
    </cs:fillRef>
    <cs:effectRef idx="0"/>
    <cs:fontRef idx="minor">
      <a:schemeClr val="dk1"/>
    </cs:fontRef>
    <cs:spPr>
      <a:pattFill prst="ltUpDiag">
        <a:fgClr>
          <a:schemeClr val="phClr"/>
        </a:fgClr>
        <a:bgClr>
          <a:schemeClr val="lt1"/>
        </a:bgClr>
      </a:pattFill>
    </cs:spPr>
  </cs:dataPoint>
  <cs:dataPoint3D>
    <cs:lnRef idx="0"/>
    <cs:fillRef idx="0">
      <cs:styleClr val="auto"/>
    </cs:fillRef>
    <cs:effectRef idx="0"/>
    <cs:fontRef idx="minor">
      <a:schemeClr val="dk1"/>
    </cs:fontRef>
    <cs:spPr>
      <a:pattFill prst="ltUpDiag">
        <a:fgClr>
          <a:schemeClr val="phClr"/>
        </a:fgClr>
        <a:bgClr>
          <a:schemeClr val="lt1"/>
        </a:bgClr>
      </a:pattFill>
    </cs:spPr>
  </cs:dataPoint3D>
  <cs:dataPointLine>
    <cs:lnRef idx="0">
      <cs:styleClr val="auto"/>
    </cs:lnRef>
    <cs:fillRef idx="0"/>
    <cs:effectRef idx="0">
      <cs:styleClr val="auto"/>
    </cs:effectRef>
    <cs:fontRef idx="minor">
      <a:schemeClr val="dk1"/>
    </cs:fontRef>
    <cs:spPr>
      <a:ln w="34925" cap="rnd">
        <a:solidFill>
          <a:schemeClr val="lt1"/>
        </a:solidFill>
        <a:round/>
      </a:ln>
      <a:effectLst>
        <a:outerShdw dist="25400" dir="2700000" algn="tl" rotWithShape="0">
          <a:schemeClr val="phClr"/>
        </a:outerShdw>
      </a:effectLst>
    </cs:spPr>
  </cs:dataPointLine>
  <cs:dataPointMarker>
    <cs:lnRef idx="0"/>
    <cs:fillRef idx="0">
      <cs:styleClr val="auto"/>
    </cs:fillRef>
    <cs:effectRef idx="0"/>
    <cs:fontRef idx="minor">
      <a:schemeClr val="dk1"/>
    </cs:fontRef>
    <cs:spPr>
      <a:solidFill>
        <a:schemeClr val="phClr"/>
      </a:solidFill>
      <a:ln w="22225">
        <a:solidFill>
          <a:schemeClr val="lt1"/>
        </a:solidFill>
        <a:round/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>
      <cs:styleClr val="0"/>
    </cs:lnRef>
    <cs:fillRef idx="0"/>
    <cs:effectRef idx="0"/>
    <cs:fontRef idx="minor">
      <a:schemeClr val="lt1"/>
    </cs:fontRef>
    <cs:spPr>
      <a:ln w="9525">
        <a:solidFill>
          <a:schemeClr val="phClr">
            <a:lumMod val="60000"/>
            <a:lumOff val="40000"/>
          </a:schemeClr>
        </a:solidFill>
      </a:ln>
    </cs:spPr>
    <cs:defRPr sz="900" kern="1200"/>
  </cs:dataTable>
  <cs:downBar>
    <cs:lnRef idx="0">
      <cs:styleClr val="0"/>
    </cs:lnRef>
    <cs:fillRef idx="0"/>
    <cs:effectRef idx="0"/>
    <cs:fontRef idx="minor">
      <a:schemeClr val="dk1"/>
    </cs:fontRef>
    <cs:spPr>
      <a:solidFill>
        <a:schemeClr val="dk1">
          <a:lumMod val="35000"/>
          <a:lumOff val="65000"/>
        </a:schemeClr>
      </a:solidFill>
      <a:ln w="9525">
        <a:solidFill>
          <a:schemeClr val="phClr">
            <a:lumMod val="60000"/>
            <a:lumOff val="40000"/>
          </a:schemeClr>
        </a:solidFill>
      </a:ln>
    </cs:spPr>
  </cs:downBar>
  <cs:dropLine>
    <cs:lnRef idx="0"/>
    <cs:fillRef idx="0"/>
    <cs:effectRef idx="0"/>
    <cs:fontRef idx="minor">
      <a:schemeClr val="dk1"/>
    </cs:fontRef>
    <cs:spPr>
      <a:ln w="9525" cap="flat" cmpd="sng" algn="ctr">
        <a:gradFill>
          <a:gsLst>
            <a:gs pos="0">
              <a:schemeClr val="lt1"/>
            </a:gs>
            <a:gs pos="100000">
              <a:schemeClr val="lt1">
                <a:alpha val="0"/>
              </a:schemeClr>
            </a:gs>
          </a:gsLst>
          <a:lin ang="5400000" scaled="0"/>
        </a:gradFill>
        <a:round/>
      </a:ln>
    </cs:spPr>
  </cs:dropLine>
  <cs:errorBar>
    <cs:lnRef idx="0">
      <cs:styleClr val="0"/>
    </cs:lnRef>
    <cs:fillRef idx="0"/>
    <cs:effectRef idx="0"/>
    <cs:fontRef idx="minor">
      <a:schemeClr val="dk1"/>
    </cs:fontRef>
    <cs:spPr>
      <a:ln w="9525">
        <a:solidFill>
          <a:schemeClr val="phClr">
            <a:lumMod val="60000"/>
            <a:lumOff val="40000"/>
          </a:schemeClr>
        </a:solidFill>
        <a:round/>
      </a:ln>
      <a:effectLst>
        <a:glow rad="25400">
          <a:schemeClr val="lt1"/>
        </a:glow>
      </a:effectLst>
    </cs:spPr>
  </cs:errorBar>
  <cs:floor>
    <cs:lnRef idx="0"/>
    <cs:fillRef idx="0"/>
    <cs:effectRef idx="0"/>
    <cs:fontRef idx="minor">
      <a:schemeClr val="dk1"/>
    </cs:fontRef>
  </cs:floor>
  <cs:gridlineMajor>
    <cs:lnRef idx="0">
      <cs:styleClr val="0"/>
    </cs:lnRef>
    <cs:fillRef idx="0"/>
    <cs:effectRef idx="0"/>
    <cs:fontRef idx="minor">
      <a:schemeClr val="dk1"/>
    </cs:fontRef>
    <cs:spPr>
      <a:ln w="9525" cap="flat" cmpd="sng" algn="ctr">
        <a:solidFill>
          <a:schemeClr val="lt1">
            <a:alpha val="25000"/>
          </a:schemeClr>
        </a:solidFill>
        <a:round/>
      </a:ln>
    </cs:spPr>
  </cs:gridlineMajor>
  <cs:gridlineMinor>
    <cs:lnRef idx="0">
      <cs:styleClr val="0"/>
    </cs:lnRef>
    <cs:fillRef idx="0"/>
    <cs:effectRef idx="0"/>
    <cs:fontRef idx="minor">
      <a:schemeClr val="dk1"/>
    </cs:fontRef>
    <cs:spPr>
      <a:ln>
        <a:solidFill>
          <a:schemeClr val="lt1">
            <a:alpha val="10000"/>
          </a:schemeClr>
        </a:solidFill>
      </a:ln>
    </cs:spPr>
  </cs:gridlineMinor>
  <cs:hiLoLine>
    <cs:lnRef idx="0">
      <cs:styleClr val="0"/>
    </cs:lnRef>
    <cs:fillRef idx="0"/>
    <cs:effectRef idx="0"/>
    <cs:fontRef idx="minor">
      <a:schemeClr val="dk1"/>
    </cs:fontRef>
    <cs:spPr>
      <a:ln w="9525">
        <a:solidFill>
          <a:schemeClr val="phClr">
            <a:lumMod val="60000"/>
            <a:lumOff val="40000"/>
          </a:schemeClr>
        </a:solidFill>
        <a:prstDash val="dash"/>
      </a:ln>
    </cs:spPr>
  </cs:hiLoLine>
  <cs:leaderLine>
    <cs:lnRef idx="0">
      <cs:styleClr val="0"/>
    </cs:lnRef>
    <cs:fillRef idx="0"/>
    <cs:effectRef idx="0"/>
    <cs:fontRef idx="minor">
      <a:schemeClr val="dk1"/>
    </cs:fontRef>
    <cs:spPr>
      <a:ln w="9525">
        <a:solidFill>
          <a:schemeClr val="phClr">
            <a:lumMod val="60000"/>
            <a:lumOff val="40000"/>
          </a:schemeClr>
        </a:solidFill>
      </a:ln>
    </cs:spPr>
  </cs:leaderLine>
  <cs:legend>
    <cs:lnRef idx="0"/>
    <cs:fillRef idx="0"/>
    <cs:effectRef idx="0"/>
    <cs:fontRef idx="minor">
      <a:schemeClr val="lt1"/>
    </cs:fontRef>
    <cs:defRPr sz="900" kern="1200"/>
  </cs:legend>
  <cs:plotArea>
    <cs:lnRef idx="0"/>
    <cs:fillRef idx="0"/>
    <cs:effectRef idx="0"/>
    <cs:fontRef idx="minor">
      <a:schemeClr val="dk1"/>
    </cs:fontRef>
  </cs:plotArea>
  <cs:plotArea3D>
    <cs:lnRef idx="0"/>
    <cs:fillRef idx="0"/>
    <cs:effectRef idx="0"/>
    <cs:fontRef idx="minor">
      <a:schemeClr val="dk1"/>
    </cs:fontRef>
  </cs:plotArea3D>
  <cs:seriesAxis>
    <cs:lnRef idx="0">
      <cs:styleClr val="0"/>
    </cs:lnRef>
    <cs:fillRef idx="0"/>
    <cs:effectRef idx="0"/>
    <cs:fontRef idx="minor">
      <a:schemeClr val="lt1"/>
    </cs:fontRef>
    <cs:spPr>
      <a:ln w="3175" cap="flat" cmpd="sng" algn="ctr">
        <a:solidFill>
          <a:schemeClr val="phClr">
            <a:lumMod val="60000"/>
            <a:lumOff val="40000"/>
          </a:schemeClr>
        </a:solidFill>
        <a:round/>
      </a:ln>
    </cs:spPr>
    <cs:defRPr sz="900" kern="1200"/>
  </cs:seriesAxis>
  <cs:seriesLine>
    <cs:lnRef idx="0">
      <cs:styleClr val="0"/>
    </cs:lnRef>
    <cs:fillRef idx="0"/>
    <cs:effectRef idx="0"/>
    <cs:fontRef idx="minor">
      <a:schemeClr val="dk1"/>
    </cs:fontRef>
    <cs:spPr>
      <a:ln w="9525">
        <a:solidFill>
          <a:schemeClr val="phClr">
            <a:lumMod val="60000"/>
            <a:lumOff val="40000"/>
            <a:tint val="50000"/>
          </a:schemeClr>
        </a:solidFill>
        <a:prstDash val="dash"/>
      </a:ln>
    </cs:spPr>
  </cs:seriesLine>
  <cs:title>
    <cs:lnRef idx="0"/>
    <cs:fillRef idx="0"/>
    <cs:effectRef idx="0"/>
    <cs:fontRef idx="minor">
      <a:schemeClr val="lt1"/>
    </cs:fontRef>
    <cs:defRPr sz="1500" b="1" kern="1200" cap="all" spc="100" normalizeH="0" baseline="0"/>
  </cs:title>
  <cs:trendline>
    <cs:lnRef idx="0"/>
    <cs:fillRef idx="0"/>
    <cs:effectRef idx="0"/>
    <cs:fontRef idx="minor">
      <a:schemeClr val="dk1"/>
    </cs:fontRef>
    <cs:spPr>
      <a:ln w="28575" cap="rnd">
        <a:solidFill>
          <a:schemeClr val="lt1">
            <a:alpha val="50000"/>
          </a:schemeClr>
        </a:solidFill>
        <a:round/>
      </a:ln>
    </cs:spPr>
  </cs:trendline>
  <cs:trendlineLabel>
    <cs:lnRef idx="0"/>
    <cs:fillRef idx="0"/>
    <cs:effectRef idx="0"/>
    <cs:fontRef idx="minor">
      <a:schemeClr val="lt1"/>
    </cs:fontRef>
    <cs:defRPr sz="900" kern="1200"/>
  </cs:trendlineLabel>
  <cs:upBar>
    <cs:lnRef idx="0">
      <cs:styleClr val="0"/>
    </cs:lnRef>
    <cs:fillRef idx="0"/>
    <cs:effectRef idx="0"/>
    <cs:fontRef idx="minor">
      <a:schemeClr val="dk1"/>
    </cs:fontRef>
    <cs:spPr>
      <a:solidFill>
        <a:schemeClr val="lt1">
          <a:lumMod val="95000"/>
        </a:schemeClr>
      </a:solidFill>
      <a:ln w="9525">
        <a:solidFill>
          <a:schemeClr val="phClr">
            <a:lumMod val="60000"/>
            <a:lumOff val="40000"/>
          </a:schemeClr>
        </a:solidFill>
      </a:ln>
    </cs:spPr>
  </cs:upBar>
  <cs:valueAxis>
    <cs:lnRef idx="0"/>
    <cs:fillRef idx="0"/>
    <cs:effectRef idx="0"/>
    <cs:fontRef idx="minor">
      <a:schemeClr val="lt1"/>
    </cs:fontRef>
    <cs:defRPr sz="900" kern="1200"/>
  </cs:valueAxis>
  <cs:wall>
    <cs:lnRef idx="0"/>
    <cs:fillRef idx="0"/>
    <cs:effectRef idx="0"/>
    <cs:fontRef idx="minor">
      <a:schemeClr val="dk1"/>
    </cs:fontRef>
  </cs:wall>
</cs:chartStyle>
</file>

<file path=ppt/charts/style3.xml><?xml version="1.0" encoding="utf-8"?>
<cs:chartStyle xmlns:cs="http://schemas.microsoft.com/office/drawing/2012/chartStyle" xmlns:a="http://schemas.openxmlformats.org/drawingml/2006/main" id="294">
  <cs:axisTitle>
    <cs:lnRef idx="0"/>
    <cs:fillRef idx="0"/>
    <cs:effectRef idx="0"/>
    <cs:fontRef idx="minor">
      <a:schemeClr val="lt1">
        <a:lumMod val="85000"/>
      </a:schemeClr>
    </cs:fontRef>
    <cs:defRPr sz="900" b="1" kern="1200" cap="all"/>
  </cs:axisTitle>
  <cs:categoryAxis>
    <cs:lnRef idx="0"/>
    <cs:fillRef idx="0"/>
    <cs:effectRef idx="0"/>
    <cs:fontRef idx="minor">
      <a:schemeClr val="lt1">
        <a:lumMod val="85000"/>
      </a:schemeClr>
    </cs:fontRef>
    <cs:spPr/>
    <cs:defRPr sz="900" kern="1200"/>
  </cs:categoryAxis>
  <cs:chartArea>
    <cs:lnRef idx="0"/>
    <cs:fillRef idx="0"/>
    <cs:effectRef idx="0"/>
    <cs:fontRef idx="minor">
      <a:schemeClr val="dk1"/>
    </cs:fontRef>
    <cs:spPr>
      <a:gradFill flip="none" rotWithShape="1">
        <a:gsLst>
          <a:gs pos="0">
            <a:schemeClr val="dk1">
              <a:lumMod val="65000"/>
              <a:lumOff val="35000"/>
            </a:schemeClr>
          </a:gs>
          <a:gs pos="100000">
            <a:schemeClr val="dk1">
              <a:lumMod val="85000"/>
              <a:lumOff val="15000"/>
            </a:schemeClr>
          </a:gs>
        </a:gsLst>
        <a:path path="circle">
          <a:fillToRect l="50000" t="50000" r="50000" b="50000"/>
        </a:path>
        <a:tileRect/>
      </a:gradFill>
    </cs:spPr>
    <cs:defRPr sz="1000" kern="1200"/>
  </cs:chartArea>
  <cs:dataLabel>
    <cs:lnRef idx="0"/>
    <cs:fillRef idx="0"/>
    <cs:effectRef idx="0"/>
    <cs:fontRef idx="minor">
      <a:schemeClr val="lt1">
        <a:lumMod val="8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3">
      <cs:styleClr val="auto"/>
    </cs:fillRef>
    <cs:effectRef idx="3"/>
    <cs:fontRef idx="minor">
      <a:schemeClr val="tx1"/>
    </cs:fontRef>
  </cs:dataPoint>
  <cs:dataPoint3D>
    <cs:lnRef idx="0"/>
    <cs:fillRef idx="3">
      <cs:styleClr val="auto"/>
    </cs:fillRef>
    <cs:effectRef idx="3"/>
    <cs:fontRef idx="minor">
      <a:schemeClr val="tx1"/>
    </cs:fontRef>
  </cs:dataPoint3D>
  <cs:dataPointLine>
    <cs:lnRef idx="0">
      <cs:styleClr val="auto"/>
    </cs:lnRef>
    <cs:fillRef idx="3"/>
    <cs:effectRef idx="3"/>
    <cs:fontRef idx="minor">
      <a:schemeClr val="tx1"/>
    </cs:fontRef>
    <cs:spPr>
      <a:ln w="3492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3">
      <cs:styleClr val="auto"/>
    </cs:fillRef>
    <cs:effectRef idx="3"/>
    <cs:fontRef idx="minor">
      <a:schemeClr val="tx1"/>
    </cs:fontRef>
    <cs:spPr>
      <a:ln w="9525">
        <a:solidFill>
          <a:schemeClr val="phClr"/>
        </a:solidFill>
        <a:round/>
      </a:ln>
    </cs:spPr>
  </cs:dataPointMarker>
  <cs:dataPointMarkerLayout symbol="circle" size="6"/>
  <cs:dataPointWireframe>
    <cs:lnRef idx="0">
      <cs:styleClr val="auto"/>
    </cs:lnRef>
    <cs:fillRef idx="3"/>
    <cs:effectRef idx="3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lt1">
        <a:lumMod val="85000"/>
      </a:schemeClr>
    </cs:fontRef>
    <cs:spPr>
      <a:ln w="9525">
        <a:solidFill>
          <a:schemeClr val="lt1">
            <a:lumMod val="95000"/>
            <a:alpha val="54000"/>
          </a:schemeClr>
        </a:solidFill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>
        <a:solidFill>
          <a:schemeClr val="lt1">
            <a:lumMod val="95000"/>
            <a:alpha val="54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>
        <a:solidFill>
          <a:schemeClr val="lt1">
            <a:lumMod val="95000"/>
            <a:alpha val="54000"/>
          </a:schemeClr>
        </a:solidFill>
        <a:prstDash val="dash"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lt1">
            <a:lumMod val="9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dk1">
            <a:lumMod val="50000"/>
            <a:lumOff val="50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>
        <a:solidFill>
          <a:schemeClr val="dk1">
            <a:lumMod val="60000"/>
            <a:lumOff val="40000"/>
          </a:schemeClr>
        </a:solidFill>
      </a:ln>
    </cs:spPr>
  </cs:gridlineMinor>
  <cs:hiLoLine>
    <cs:lnRef idx="0"/>
    <cs:fillRef idx="0"/>
    <cs:effectRef idx="0"/>
    <cs:fontRef idx="minor">
      <a:schemeClr val="tx1"/>
    </cs:fontRef>
    <cs:spPr>
      <a:ln w="9525">
        <a:solidFill>
          <a:schemeClr val="lt1">
            <a:lumMod val="95000"/>
            <a:alpha val="54000"/>
          </a:schemeClr>
        </a:solidFill>
        <a:prstDash val="dash"/>
      </a:ln>
    </cs:spPr>
  </cs:hiLoLine>
  <cs:leaderLine>
    <cs:lnRef idx="0"/>
    <cs:fillRef idx="0"/>
    <cs:effectRef idx="0"/>
    <cs:fontRef idx="minor">
      <a:schemeClr val="tx1"/>
    </cs:fontRef>
    <cs:spPr>
      <a:ln w="9525">
        <a:solidFill>
          <a:schemeClr val="lt1">
            <a:lumMod val="95000"/>
            <a:alpha val="54000"/>
          </a:schemeClr>
        </a:solidFill>
      </a:ln>
    </cs:spPr>
  </cs:leaderLine>
  <cs:legend>
    <cs:lnRef idx="0"/>
    <cs:fillRef idx="0"/>
    <cs:effectRef idx="0"/>
    <cs:fontRef idx="minor">
      <a:schemeClr val="lt1">
        <a:lumMod val="85000"/>
      </a:schemeClr>
    </cs:fontRef>
    <cs:defRPr sz="900" kern="1200"/>
  </cs:legend>
  <cs:plotArea>
    <cs:lnRef idx="0"/>
    <cs:fillRef idx="0"/>
    <cs:effectRef idx="0"/>
    <cs:fontRef idx="minor">
      <a:schemeClr val="tx1"/>
    </cs:fontRef>
  </cs:plotArea>
  <cs:plotArea3D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lt1">
        <a:lumMod val="85000"/>
      </a:schemeClr>
    </cs:fontRef>
    <cs:spPr/>
    <cs:defRPr sz="900" kern="1200"/>
  </cs:seriesAxis>
  <cs:seriesLine>
    <cs:lnRef idx="0"/>
    <cs:fillRef idx="0"/>
    <cs:effectRef idx="0"/>
    <cs:fontRef idx="minor">
      <a:schemeClr val="lt1"/>
    </cs:fontRef>
    <cs:spPr>
      <a:ln w="9525" cap="flat" cmpd="sng" algn="ctr">
        <a:solidFill>
          <a:schemeClr val="lt1">
            <a:lumMod val="95000"/>
            <a:alpha val="54000"/>
          </a:schemeClr>
        </a:solidFill>
        <a:round/>
      </a:ln>
    </cs:spPr>
  </cs:seriesLine>
  <cs:title>
    <cs:lnRef idx="0"/>
    <cs:fillRef idx="0"/>
    <cs:effectRef idx="0"/>
    <cs:fontRef idx="minor">
      <a:schemeClr val="lt1">
        <a:lumMod val="95000"/>
      </a:schemeClr>
    </cs:fontRef>
    <cs:defRPr sz="1600" b="1" kern="1200" spc="100" baseline="0">
      <a:effectLst>
        <a:outerShdw blurRad="50800" dist="38100" dir="5400000" algn="t" rotWithShape="0">
          <a:prstClr val="black">
            <a:alpha val="40000"/>
          </a:prstClr>
        </a:outerShdw>
      </a:effectLst>
    </cs:defRPr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</a:ln>
    </cs:spPr>
  </cs:trendline>
  <cs:trendlineLabel>
    <cs:lnRef idx="0"/>
    <cs:fillRef idx="0"/>
    <cs:effectRef idx="0"/>
    <cs:fontRef idx="minor">
      <a:schemeClr val="lt1">
        <a:lumMod val="8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>
        <a:solidFill>
          <a:schemeClr val="lt1">
            <a:lumMod val="95000"/>
            <a:alpha val="54000"/>
          </a:schemeClr>
        </a:solidFill>
      </a:ln>
    </cs:spPr>
  </cs:upBar>
  <cs:valueAxis>
    <cs:lnRef idx="0"/>
    <cs:fillRef idx="0"/>
    <cs:effectRef idx="0"/>
    <cs:fontRef idx="minor">
      <a:schemeClr val="lt1">
        <a:lumMod val="85000"/>
      </a:schemeClr>
    </cs:fontRef>
    <cs:defRPr sz="900" kern="1200"/>
  </cs:valueAxis>
  <cs:wall>
    <cs:lnRef idx="0"/>
    <cs:fillRef idx="0"/>
    <cs:effectRef idx="0"/>
    <cs:fontRef idx="minor">
      <a:schemeClr val="tx1"/>
    </cs:fontRef>
  </cs:wall>
</cs:chartStyle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301923" y="1122363"/>
            <a:ext cx="7588155" cy="2621154"/>
          </a:xfrm>
        </p:spPr>
        <p:txBody>
          <a:bodyPr anchor="b">
            <a:normAutofit/>
          </a:bodyPr>
          <a:lstStyle>
            <a:lvl1pPr algn="ctr"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301923" y="3843708"/>
            <a:ext cx="7588155" cy="1414091"/>
          </a:xfrm>
        </p:spPr>
        <p:txBody>
          <a:bodyPr>
            <a:normAutofit/>
          </a:bodyPr>
          <a:lstStyle>
            <a:lvl1pPr marL="0" indent="0" algn="ctr">
              <a:buNone/>
              <a:defRPr sz="18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28FA71-3A18-48C0-980F-4B68F7F63042}" type="datetime1">
              <a:rPr lang="en-US" smtClean="0"/>
              <a:t>1/21/2026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5959931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DD052-3E45-E789-01F8-33250024ECB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C1210E-201E-4473-82AC-2466F5386C38}" type="datetime1">
              <a:rPr lang="en-US" smtClean="0"/>
              <a:t>1/21/2026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4562627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1D06AF-EF87-8489-2C82-DEB90B7EFE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3381" y="553616"/>
            <a:ext cx="8273140" cy="4008859"/>
          </a:xfrm>
        </p:spPr>
        <p:txBody>
          <a:bodyPr anchor="t">
            <a:normAutofit/>
          </a:bodyPr>
          <a:lstStyle>
            <a:lvl1pPr>
              <a:defRPr sz="5400" cap="all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08E5678-CA38-1318-9EA2-5E0A4F9A59B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03380" y="4589463"/>
            <a:ext cx="8273140" cy="1384617"/>
          </a:xfrm>
        </p:spPr>
        <p:txBody>
          <a:bodyPr anchor="b">
            <a:normAutofit/>
          </a:bodyPr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4E99186-7E5A-60AF-DE69-5C7DA71611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1EA198-6CAB-4B8F-B93F-1F9C8C4B6CE7}" type="datetime1">
              <a:rPr lang="en-US" smtClean="0"/>
              <a:t>1/21/2026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2FA13D1-1FBA-E820-323B-77B41F1A66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B39BE85-85F6-4636-C651-D87CC969A4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12174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548640"/>
            <a:ext cx="10741152" cy="113225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72E861E-DFBA-B4AA-9356-CDE3D3F57C0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12648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51D7538-EC5A-3EE7-176F-A58920C5079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06041F-4525-44D5-AA4F-332294BF1F56}" type="datetime1">
              <a:rPr lang="en-US" smtClean="0"/>
              <a:t>1/21/2026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836673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FEE969-634D-6E32-D227-18E9282C6F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547396"/>
            <a:ext cx="10745788" cy="114329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1CD26D4-290A-F0ED-7D62-41EDA6FEC2B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09600" y="1685735"/>
            <a:ext cx="5157787" cy="559834"/>
          </a:xfrm>
        </p:spPr>
        <p:txBody>
          <a:bodyPr anchor="b">
            <a:normAutofit/>
          </a:bodyPr>
          <a:lstStyle>
            <a:lvl1pPr marL="0" indent="0">
              <a:lnSpc>
                <a:spcPct val="90000"/>
              </a:lnSpc>
              <a:buNone/>
              <a:defRPr sz="2000" b="1" cap="all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4DA52B0-7419-A946-4523-6D34BCAD26D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09600" y="2386894"/>
            <a:ext cx="5157787" cy="376508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6536620-C4F3-EEC3-DBF1-05196B1CBB5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5735"/>
            <a:ext cx="5183188" cy="559834"/>
          </a:xfrm>
        </p:spPr>
        <p:txBody>
          <a:bodyPr anchor="b">
            <a:normAutofit/>
          </a:bodyPr>
          <a:lstStyle>
            <a:lvl1pPr marL="0" indent="0">
              <a:lnSpc>
                <a:spcPct val="90000"/>
              </a:lnSpc>
              <a:buNone/>
              <a:defRPr sz="2000" b="1" cap="all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3BAE980-E611-98B5-04E9-DE4584B0E33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199" y="2386894"/>
            <a:ext cx="5183189" cy="376508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E3B3581-658A-8487-F9CB-E79F2BFF27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557091-BBDF-4EB9-BA6B-2BB67AC4FC0F}" type="datetime1">
              <a:rPr lang="en-US" smtClean="0"/>
              <a:t>1/21/2026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49D76D8-9033-26CF-BF4C-AECCC685C1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02A06B8-CC1D-542F-D8EB-7625046B91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6037934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6A9F42-7FF7-F803-C075-BC4968D35E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89E8268-7232-2944-F1BD-399F9419B5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6B226B-77A6-410C-9796-083F278E0125}" type="datetime1">
              <a:rPr lang="en-US" smtClean="0"/>
              <a:t>1/21/2026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B968DDD-323F-89A1-84E3-DDBA626D93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8FBDC76-671D-1671-DCE2-D5658BD40E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8925100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9BC4D82-0182-501C-9231-4676768047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3A578B-D289-4C40-8593-3D356C49DA58}" type="datetime1">
              <a:rPr lang="en-US" smtClean="0"/>
              <a:t>1/21/2026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0EAA6C9-A7F3-19F1-D17C-A1D83FAF55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4EBB816-1B94-116F-92D4-6043AE9E0C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2620134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50C37F-77BE-E128-4248-D001C39E79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7160" y="553616"/>
            <a:ext cx="3595634" cy="1757505"/>
          </a:xfrm>
        </p:spPr>
        <p:txBody>
          <a:bodyPr anchor="t">
            <a:normAutofit/>
          </a:bodyPr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F3B20A8-A604-C977-02C0-083BA866348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34708" y="553616"/>
            <a:ext cx="6279741" cy="5486400"/>
          </a:xfrm>
        </p:spPr>
        <p:txBody>
          <a:bodyPr>
            <a:normAutofit/>
          </a:bodyPr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C0EEBFB-2026-6A35-33ED-F008376B67A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597160" y="2311121"/>
            <a:ext cx="3595634" cy="3728895"/>
          </a:xfrm>
        </p:spPr>
        <p:txBody>
          <a:bodyPr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3F05638-7A56-469A-825A-1DFA600254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3DFAE3-14DB-48A7-A80F-80DDB072CE3D}" type="datetime1">
              <a:rPr lang="en-US" smtClean="0"/>
              <a:t>1/21/2026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C85A215-184B-2105-0279-ED02F64458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2C7CA46-892B-253A-3A28-7414E17B83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312028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B06A09-98CF-FAC2-3708-AECC4360C6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4360" y="557784"/>
            <a:ext cx="3595634" cy="2212313"/>
          </a:xfrm>
        </p:spPr>
        <p:txBody>
          <a:bodyPr anchor="t">
            <a:normAutofit/>
          </a:bodyPr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571C769-CEC8-962A-01E6-15B0E056791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063319" y="657103"/>
            <a:ext cx="6483687" cy="5555904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32C4A61-EF2A-C5A5-B150-4448600B393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09601" y="2826137"/>
            <a:ext cx="3585586" cy="3434638"/>
          </a:xfrm>
        </p:spPr>
        <p:txBody>
          <a:bodyPr anchor="b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20B235E-39C7-4C78-20EF-DB48ECD9CB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C5EAEF-6478-4102-8F5D-A5FE9FC97ACB}" type="datetime1">
              <a:rPr lang="en-US" smtClean="0"/>
              <a:t>1/21/2026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FDC75DA-9A78-9AB9-7171-95A08CC51C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EFE1A03-DCCB-53C7-DBFE-2AD55C9059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5638013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4E956D-CB73-C986-F100-46487310D1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548640"/>
            <a:ext cx="10515600" cy="1132258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E423E6A-A07C-BF0D-EA30-9A8A854E48F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612648" y="1680898"/>
            <a:ext cx="10515600" cy="449606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EDC9908-8F95-8DFC-72CC-158552B567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04EDB3-C0E8-45F8-9E1D-1B6C8D1880C0}" type="datetime1">
              <a:rPr lang="en-US" smtClean="0"/>
              <a:t>1/21/2026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C26C9BE-9060-50CB-2BB7-07307FF89A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84A835B-97D3-BC22-F0B8-4986D46362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3641099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85B0252-346C-F6F4-3642-19F571550D4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9634888" y="578497"/>
            <a:ext cx="2047037" cy="5598466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798DA36-7351-9D6A-518B-678AB8A507D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578497"/>
            <a:ext cx="8796688" cy="559846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846BDFF-D746-836C-04B8-CA89AD5D14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F0EC4B-54ED-4041-B552-9BA760FA3DBA}" type="datetime1">
              <a:rPr lang="en-US" smtClean="0"/>
              <a:t>1/21/2026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19AA929-A9E6-FF9C-0C59-177F892D6A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316D893-7E81-90DC-4139-7687B39C3A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9072737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75BFB69-9245-EC58-F1DE-FEB625BD33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548640"/>
            <a:ext cx="10653578" cy="1132258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516AFD5-5144-C460-0CA4-644BC4A93C0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12647" y="1715532"/>
            <a:ext cx="10653579" cy="459382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995753E-AF8A-7E04-8A1A-205B755A021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37160" y="6453002"/>
            <a:ext cx="349431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/>
                </a:solidFill>
              </a:defRPr>
            </a:lvl1pPr>
          </a:lstStyle>
          <a:p>
            <a:fld id="{67F45AC6-C491-4585-A584-9CE2AF7D5500}" type="datetime1">
              <a:rPr lang="en-US" smtClean="0"/>
              <a:t>1/21/2026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4E1B7C8-DA74-800B-EE14-A39E9DB32DE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8876521" y="6453002"/>
            <a:ext cx="280540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AC1647D-0DF0-CA1B-F723-EF7B8F508DB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632162" y="6453002"/>
            <a:ext cx="42920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/>
                </a:solidFill>
              </a:defRPr>
            </a:lvl1pPr>
          </a:lstStyle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441705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1" r:id="rId1"/>
    <p:sldLayoutId id="2147483670" r:id="rId2"/>
    <p:sldLayoutId id="2147483669" r:id="rId3"/>
    <p:sldLayoutId id="2147483668" r:id="rId4"/>
    <p:sldLayoutId id="2147483667" r:id="rId5"/>
    <p:sldLayoutId id="2147483666" r:id="rId6"/>
    <p:sldLayoutId id="2147483665" r:id="rId7"/>
    <p:sldLayoutId id="2147483664" r:id="rId8"/>
    <p:sldLayoutId id="2147483663" r:id="rId9"/>
    <p:sldLayoutId id="2147483662" r:id="rId10"/>
    <p:sldLayoutId id="2147483661" r:id="rId11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9144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11430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8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chart" Target="../charts/chart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7A875D55-4A80-43E9-38F6-27E3664939B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203F9A0-9EB0-3769-7703-A699A24F5093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6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963" r="12963"/>
          <a:stretch/>
        </p:blipFill>
        <p:spPr>
          <a:xfrm>
            <a:off x="97971" y="-375182"/>
            <a:ext cx="10439400" cy="9205371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9341FFE4-9D7B-7A58-88E8-D187606A219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841393" y="543267"/>
            <a:ext cx="9457978" cy="2243475"/>
          </a:xfrm>
        </p:spPr>
        <p:txBody>
          <a:bodyPr>
            <a:normAutofit/>
          </a:bodyPr>
          <a:lstStyle/>
          <a:p>
            <a:r>
              <a:rPr lang="en-US" sz="5400" dirty="0"/>
              <a:t>Bike Sharing Demand Analysis</a:t>
            </a:r>
          </a:p>
        </p:txBody>
      </p:sp>
    </p:spTree>
    <p:extLst>
      <p:ext uri="{BB962C8B-B14F-4D97-AF65-F5344CB8AC3E}">
        <p14:creationId xmlns:p14="http://schemas.microsoft.com/office/powerpoint/2010/main" val="1816488124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3C103F-203A-5429-59B4-AAD8074085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2400" dirty="0"/>
              <a:t>Monthly Sales Graph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F388502-08A8-704F-3B1C-FDFBB842EE6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597160" y="1061894"/>
            <a:ext cx="3595634" cy="1757506"/>
          </a:xfrm>
        </p:spPr>
        <p:txBody>
          <a:bodyPr/>
          <a:lstStyle/>
          <a:p>
            <a:r>
              <a:rPr lang="en-US" dirty="0"/>
              <a:t>* Compared to January, February sales goes done. So, we can launch offers to increase sales in February month.</a:t>
            </a:r>
          </a:p>
        </p:txBody>
      </p:sp>
      <p:graphicFrame>
        <p:nvGraphicFramePr>
          <p:cNvPr id="10" name="Content Placeholder 9">
            <a:extLst>
              <a:ext uri="{FF2B5EF4-FFF2-40B4-BE49-F238E27FC236}">
                <a16:creationId xmlns:a16="http://schemas.microsoft.com/office/drawing/2014/main" id="{EB02A89E-2EF4-D39B-818F-87A172ED491B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07086128"/>
              </p:ext>
            </p:extLst>
          </p:nvPr>
        </p:nvGraphicFramePr>
        <p:xfrm>
          <a:off x="4859133" y="260124"/>
          <a:ext cx="6280150" cy="255927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11" name="Chart 10">
            <a:extLst>
              <a:ext uri="{FF2B5EF4-FFF2-40B4-BE49-F238E27FC236}">
                <a16:creationId xmlns:a16="http://schemas.microsoft.com/office/drawing/2014/main" id="{0EB7735E-7878-12F0-79B8-241047ED86F2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4240999546"/>
              </p:ext>
            </p:extLst>
          </p:nvPr>
        </p:nvGraphicFramePr>
        <p:xfrm>
          <a:off x="2901042" y="3168876"/>
          <a:ext cx="9062357" cy="3429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12" name="Text Placeholder 3">
            <a:extLst>
              <a:ext uri="{FF2B5EF4-FFF2-40B4-BE49-F238E27FC236}">
                <a16:creationId xmlns:a16="http://schemas.microsoft.com/office/drawing/2014/main" id="{F01E900C-2B36-DA63-3727-F5ABD27E1060}"/>
              </a:ext>
            </a:extLst>
          </p:cNvPr>
          <p:cNvSpPr txBox="1">
            <a:spLocks/>
          </p:cNvSpPr>
          <p:nvPr/>
        </p:nvSpPr>
        <p:spPr>
          <a:xfrm>
            <a:off x="-16329" y="3533012"/>
            <a:ext cx="2917371" cy="3064864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0" indent="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None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b="1" dirty="0">
                <a:latin typeface="+mj-lt"/>
                <a:ea typeface="+mj-ea"/>
                <a:cs typeface="+mj-cs"/>
              </a:rPr>
              <a:t>Hourly &amp; monthly comparison Graph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The graph shows as sales goes down at mid-night.</a:t>
            </a:r>
          </a:p>
        </p:txBody>
      </p:sp>
    </p:spTree>
    <p:extLst>
      <p:ext uri="{BB962C8B-B14F-4D97-AF65-F5344CB8AC3E}">
        <p14:creationId xmlns:p14="http://schemas.microsoft.com/office/powerpoint/2010/main" val="120513932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11" grpId="0">
        <p:bldAsOne/>
      </p:bldGraphic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Rectangle 18">
            <a:extLst>
              <a:ext uri="{FF2B5EF4-FFF2-40B4-BE49-F238E27FC236}">
                <a16:creationId xmlns:a16="http://schemas.microsoft.com/office/drawing/2014/main" id="{848BE9A0-D1B2-9560-05F1-9376596FAC1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F2E4248-79AE-98A4-C014-8DB85A87AC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91044" y="4931229"/>
            <a:ext cx="9242855" cy="1404049"/>
          </a:xfrm>
        </p:spPr>
        <p:txBody>
          <a:bodyPr anchor="ctr">
            <a:normAutofit fontScale="90000"/>
          </a:bodyPr>
          <a:lstStyle/>
          <a:p>
            <a:pPr algn="ctr"/>
            <a:r>
              <a:rPr lang="en-US" sz="2500" dirty="0">
                <a:solidFill>
                  <a:schemeClr val="accent2">
                    <a:lumMod val="75000"/>
                  </a:schemeClr>
                </a:solidFill>
              </a:rPr>
              <a:t>Rental source:</a:t>
            </a:r>
            <a:r>
              <a:rPr lang="en-US" sz="2500" dirty="0"/>
              <a:t> </a:t>
            </a:r>
            <a:br>
              <a:rPr lang="en-US" sz="2500" dirty="0"/>
            </a:br>
            <a:r>
              <a:rPr lang="en-US" sz="2500" dirty="0"/>
              <a:t>We see contact sales is higher as compared to registration           so, we should increase registration also by giving pre-offers and etc.</a:t>
            </a:r>
          </a:p>
        </p:txBody>
      </p:sp>
      <p:graphicFrame>
        <p:nvGraphicFramePr>
          <p:cNvPr id="12" name="Content Placeholder 11">
            <a:extLst>
              <a:ext uri="{FF2B5EF4-FFF2-40B4-BE49-F238E27FC236}">
                <a16:creationId xmlns:a16="http://schemas.microsoft.com/office/drawing/2014/main" id="{EC0ECF4C-449D-40DB-4241-7E06B95AF268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828485573"/>
              </p:ext>
            </p:extLst>
          </p:nvPr>
        </p:nvGraphicFramePr>
        <p:xfrm>
          <a:off x="622073" y="169296"/>
          <a:ext cx="10947854" cy="459263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364743225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7" dur="2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12" grpId="0">
        <p:bldAsOne/>
      </p:bldGraphic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D7AD596-1050-7416-15A2-722B5DFC70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Rectangle 18">
            <a:extLst>
              <a:ext uri="{FF2B5EF4-FFF2-40B4-BE49-F238E27FC236}">
                <a16:creationId xmlns:a16="http://schemas.microsoft.com/office/drawing/2014/main" id="{10D001B2-D32C-4FF7-950F-ED18D05D6F6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3CA7268-D687-ADAA-E394-547F73777D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880964" y="183356"/>
            <a:ext cx="3930328" cy="1845127"/>
          </a:xfrm>
        </p:spPr>
        <p:txBody>
          <a:bodyPr anchor="ctr">
            <a:normAutofit/>
          </a:bodyPr>
          <a:lstStyle/>
          <a:p>
            <a:pPr algn="ctr"/>
            <a:r>
              <a:rPr lang="en-US" sz="2500" dirty="0">
                <a:solidFill>
                  <a:schemeClr val="accent3">
                    <a:lumMod val="75000"/>
                  </a:schemeClr>
                </a:solidFill>
                <a:latin typeface="Book Antiqua" panose="02040602050305030304" pitchFamily="18" charset="0"/>
              </a:rPr>
              <a:t>Heatmap: </a:t>
            </a:r>
            <a:br>
              <a:rPr lang="en-US" sz="2500" dirty="0">
                <a:latin typeface="Book Antiqua" panose="02040602050305030304" pitchFamily="18" charset="0"/>
              </a:rPr>
            </a:br>
            <a:r>
              <a:rPr lang="en-US" sz="1600" dirty="0">
                <a:latin typeface="Book Antiqua" panose="02040602050305030304" pitchFamily="18" charset="0"/>
              </a:rPr>
              <a:t>Data shows site 3, 4 Average hum is high.</a:t>
            </a:r>
          </a:p>
        </p:txBody>
      </p:sp>
      <p:graphicFrame>
        <p:nvGraphicFramePr>
          <p:cNvPr id="8" name="Content Placeholder 7">
            <a:extLst>
              <a:ext uri="{FF2B5EF4-FFF2-40B4-BE49-F238E27FC236}">
                <a16:creationId xmlns:a16="http://schemas.microsoft.com/office/drawing/2014/main" id="{FC6F316D-B71D-91C7-951B-6A9FF0B1E0CD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673315201"/>
              </p:ext>
            </p:extLst>
          </p:nvPr>
        </p:nvGraphicFramePr>
        <p:xfrm>
          <a:off x="172017" y="183356"/>
          <a:ext cx="7328240" cy="2091756"/>
        </p:xfrm>
        <a:graphic>
          <a:graphicData uri="http://schemas.openxmlformats.org/drawingml/2006/table">
            <a:tbl>
              <a:tblPr/>
              <a:tblGrid>
                <a:gridCol w="1499733">
                  <a:extLst>
                    <a:ext uri="{9D8B030D-6E8A-4147-A177-3AD203B41FA5}">
                      <a16:colId xmlns:a16="http://schemas.microsoft.com/office/drawing/2014/main" val="2713266535"/>
                    </a:ext>
                  </a:extLst>
                </a:gridCol>
                <a:gridCol w="1329309">
                  <a:extLst>
                    <a:ext uri="{9D8B030D-6E8A-4147-A177-3AD203B41FA5}">
                      <a16:colId xmlns:a16="http://schemas.microsoft.com/office/drawing/2014/main" val="3461653430"/>
                    </a:ext>
                  </a:extLst>
                </a:gridCol>
                <a:gridCol w="1789454">
                  <a:extLst>
                    <a:ext uri="{9D8B030D-6E8A-4147-A177-3AD203B41FA5}">
                      <a16:colId xmlns:a16="http://schemas.microsoft.com/office/drawing/2014/main" val="2749692882"/>
                    </a:ext>
                  </a:extLst>
                </a:gridCol>
                <a:gridCol w="1278181">
                  <a:extLst>
                    <a:ext uri="{9D8B030D-6E8A-4147-A177-3AD203B41FA5}">
                      <a16:colId xmlns:a16="http://schemas.microsoft.com/office/drawing/2014/main" val="275415467"/>
                    </a:ext>
                  </a:extLst>
                </a:gridCol>
                <a:gridCol w="1431563">
                  <a:extLst>
                    <a:ext uri="{9D8B030D-6E8A-4147-A177-3AD203B41FA5}">
                      <a16:colId xmlns:a16="http://schemas.microsoft.com/office/drawing/2014/main" val="2865509237"/>
                    </a:ext>
                  </a:extLst>
                </a:gridCol>
              </a:tblGrid>
              <a:tr h="348626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Weather Site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E6F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Average of temp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E6F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Average of windspeed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E6F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Average of hum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E6F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Average of atemp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E6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20260151"/>
                  </a:ext>
                </a:extLst>
              </a:tr>
              <a:tr h="348626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0.20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6DA8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0.22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E983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0.52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B57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0.20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2DE8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01383318"/>
                  </a:ext>
                </a:extLst>
              </a:tr>
              <a:tr h="348626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0.22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B8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0.16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3BE7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0.63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A07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0.23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98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62315173"/>
                  </a:ext>
                </a:extLst>
              </a:tr>
              <a:tr h="348626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3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0.21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48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0.16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BC07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0.87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746D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0.22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B8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35090687"/>
                  </a:ext>
                </a:extLst>
              </a:tr>
              <a:tr h="348626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4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0.22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B8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0.33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D78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0.93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696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0.20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5DA8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71180233"/>
                  </a:ext>
                </a:extLst>
              </a:tr>
              <a:tr h="348626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Grand Total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E6F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0.21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18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0.19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D88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0.58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A97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0.21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68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1981264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76999468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VanillaVTI">
  <a:themeElements>
    <a:clrScheme name="Vanilla">
      <a:dk1>
        <a:sysClr val="windowText" lastClr="000000"/>
      </a:dk1>
      <a:lt1>
        <a:sysClr val="window" lastClr="FFFFFF"/>
      </a:lt1>
      <a:dk2>
        <a:srgbClr val="2C3932"/>
      </a:dk2>
      <a:lt2>
        <a:srgbClr val="FDF6EA"/>
      </a:lt2>
      <a:accent1>
        <a:srgbClr val="169C9A"/>
      </a:accent1>
      <a:accent2>
        <a:srgbClr val="FA9A42"/>
      </a:accent2>
      <a:accent3>
        <a:srgbClr val="E15C3D"/>
      </a:accent3>
      <a:accent4>
        <a:srgbClr val="E78A67"/>
      </a:accent4>
      <a:accent5>
        <a:srgbClr val="A74B40"/>
      </a:accent5>
      <a:accent6>
        <a:srgbClr val="3D9072"/>
      </a:accent6>
      <a:hlink>
        <a:srgbClr val="169C9A"/>
      </a:hlink>
      <a:folHlink>
        <a:srgbClr val="E15C3D"/>
      </a:folHlink>
    </a:clrScheme>
    <a:fontScheme name="Neue Haas">
      <a:majorFont>
        <a:latin typeface="Neue Haas Grotesk Text Pro"/>
        <a:ea typeface=""/>
        <a:cs typeface=""/>
      </a:majorFont>
      <a:minorFont>
        <a:latin typeface="Neue Haas Grotesk Text Pro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VanillaVTI" id="{54D376C6-1C9B-4C6B-8F3C-483BB307BB05}" vid="{7690D8A9-C071-45EF-BA7A-F7FA9779B11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86</TotalTime>
  <Words>130</Words>
  <Application>Microsoft Office PowerPoint</Application>
  <PresentationFormat>Widescreen</PresentationFormat>
  <Paragraphs>39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9" baseType="lpstr">
      <vt:lpstr>Aptos Narrow</vt:lpstr>
      <vt:lpstr>Arial</vt:lpstr>
      <vt:lpstr>Book Antiqua</vt:lpstr>
      <vt:lpstr>Neue Haas Grotesk Text Pro</vt:lpstr>
      <vt:lpstr>VanillaVTI</vt:lpstr>
      <vt:lpstr>Bike Sharing Demand Analysis</vt:lpstr>
      <vt:lpstr>Monthly Sales Graph</vt:lpstr>
      <vt:lpstr>Rental source:  We see contact sales is higher as compared to registration           so, we should increase registration also by giving pre-offers and etc.</vt:lpstr>
      <vt:lpstr>Heatmap:  Data shows site 3, 4 Average hum is high.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mohammad irfan</dc:creator>
  <cp:lastModifiedBy>dell</cp:lastModifiedBy>
  <cp:revision>2</cp:revision>
  <dcterms:created xsi:type="dcterms:W3CDTF">2026-01-20T09:13:13Z</dcterms:created>
  <dcterms:modified xsi:type="dcterms:W3CDTF">2026-01-21T01:22:06Z</dcterms:modified>
</cp:coreProperties>
</file>