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62DBA-CD14-4E06-885F-A264D73C6918}" v="27" dt="2026-01-20T10:39:44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irfan" userId="33eeeb27-b3aa-41fc-ba06-a385d5fda6b9" providerId="ADAL" clId="{D089E6A2-60CC-48C2-9E68-674DB9B45793}"/>
    <pc:docChg chg="undo custSel addSld modSld">
      <pc:chgData name="mohammad irfan" userId="33eeeb27-b3aa-41fc-ba06-a385d5fda6b9" providerId="ADAL" clId="{D089E6A2-60CC-48C2-9E68-674DB9B45793}" dt="2026-01-20T10:39:44.612" v="352" actId="2711"/>
      <pc:docMkLst>
        <pc:docMk/>
      </pc:docMkLst>
      <pc:sldChg chg="mod">
        <pc:chgData name="mohammad irfan" userId="33eeeb27-b3aa-41fc-ba06-a385d5fda6b9" providerId="ADAL" clId="{D089E6A2-60CC-48C2-9E68-674DB9B45793}" dt="2026-01-20T09:44:11.475" v="1" actId="27918"/>
        <pc:sldMkLst>
          <pc:docMk/>
          <pc:sldMk cId="1205139328" sldId="257"/>
        </pc:sldMkLst>
      </pc:sldChg>
      <pc:sldChg chg="addSp delSp modSp new mod setBg delAnim modAnim">
        <pc:chgData name="mohammad irfan" userId="33eeeb27-b3aa-41fc-ba06-a385d5fda6b9" providerId="ADAL" clId="{D089E6A2-60CC-48C2-9E68-674DB9B45793}" dt="2026-01-20T10:37:36.422" v="345"/>
        <pc:sldMkLst>
          <pc:docMk/>
          <pc:sldMk cId="3647432258" sldId="258"/>
        </pc:sldMkLst>
        <pc:spChg chg="mod">
          <ac:chgData name="mohammad irfan" userId="33eeeb27-b3aa-41fc-ba06-a385d5fda6b9" providerId="ADAL" clId="{D089E6A2-60CC-48C2-9E68-674DB9B45793}" dt="2026-01-20T10:02:28.760" v="216" actId="207"/>
          <ac:spMkLst>
            <pc:docMk/>
            <pc:sldMk cId="3647432258" sldId="258"/>
            <ac:spMk id="2" creationId="{5F2E4248-79AE-98A4-C014-8DB85A87AC3E}"/>
          </ac:spMkLst>
        </pc:spChg>
        <pc:spChg chg="del">
          <ac:chgData name="mohammad irfan" userId="33eeeb27-b3aa-41fc-ba06-a385d5fda6b9" providerId="ADAL" clId="{D089E6A2-60CC-48C2-9E68-674DB9B45793}" dt="2026-01-20T09:57:30.545" v="4"/>
          <ac:spMkLst>
            <pc:docMk/>
            <pc:sldMk cId="3647432258" sldId="258"/>
            <ac:spMk id="3" creationId="{ECCB7FBC-B5B4-40D5-84EB-C55B15545142}"/>
          </ac:spMkLst>
        </pc:spChg>
        <pc:spChg chg="add del mod">
          <ac:chgData name="mohammad irfan" userId="33eeeb27-b3aa-41fc-ba06-a385d5fda6b9" providerId="ADAL" clId="{D089E6A2-60CC-48C2-9E68-674DB9B45793}" dt="2026-01-20T10:14:11.758" v="229"/>
          <ac:spMkLst>
            <pc:docMk/>
            <pc:sldMk cId="3647432258" sldId="258"/>
            <ac:spMk id="6" creationId="{523DA93B-55FF-910A-51E5-E0D39701F5A7}"/>
          </ac:spMkLst>
        </pc:spChg>
        <pc:spChg chg="add del">
          <ac:chgData name="mohammad irfan" userId="33eeeb27-b3aa-41fc-ba06-a385d5fda6b9" providerId="ADAL" clId="{D089E6A2-60CC-48C2-9E68-674DB9B45793}" dt="2026-01-20T10:01:06.587" v="198" actId="26606"/>
          <ac:spMkLst>
            <pc:docMk/>
            <pc:sldMk cId="3647432258" sldId="258"/>
            <ac:spMk id="9" creationId="{715B9334-3E03-4CA7-3616-4D3C9DC2C7DE}"/>
          </ac:spMkLst>
        </pc:spChg>
        <pc:spChg chg="add del mod">
          <ac:chgData name="mohammad irfan" userId="33eeeb27-b3aa-41fc-ba06-a385d5fda6b9" providerId="ADAL" clId="{D089E6A2-60CC-48C2-9E68-674DB9B45793}" dt="2026-01-20T10:14:20.738" v="232"/>
          <ac:spMkLst>
            <pc:docMk/>
            <pc:sldMk cId="3647432258" sldId="258"/>
            <ac:spMk id="10" creationId="{E3D5FDD2-71C3-6FB0-F269-DA939A060DEC}"/>
          </ac:spMkLst>
        </pc:spChg>
        <pc:spChg chg="add del">
          <ac:chgData name="mohammad irfan" userId="33eeeb27-b3aa-41fc-ba06-a385d5fda6b9" providerId="ADAL" clId="{D089E6A2-60CC-48C2-9E68-674DB9B45793}" dt="2026-01-20T10:01:13.010" v="201" actId="26606"/>
          <ac:spMkLst>
            <pc:docMk/>
            <pc:sldMk cId="3647432258" sldId="258"/>
            <ac:spMk id="11" creationId="{01A22726-DA03-BCB0-F12E-98258FB7E5C0}"/>
          </ac:spMkLst>
        </pc:spChg>
        <pc:spChg chg="add del">
          <ac:chgData name="mohammad irfan" userId="33eeeb27-b3aa-41fc-ba06-a385d5fda6b9" providerId="ADAL" clId="{D089E6A2-60CC-48C2-9E68-674DB9B45793}" dt="2026-01-20T10:01:15.921" v="204" actId="26606"/>
          <ac:spMkLst>
            <pc:docMk/>
            <pc:sldMk cId="3647432258" sldId="258"/>
            <ac:spMk id="13" creationId="{1A466FCC-26A6-AD0C-513D-472AAABEC282}"/>
          </ac:spMkLst>
        </pc:spChg>
        <pc:spChg chg="add del">
          <ac:chgData name="mohammad irfan" userId="33eeeb27-b3aa-41fc-ba06-a385d5fda6b9" providerId="ADAL" clId="{D089E6A2-60CC-48C2-9E68-674DB9B45793}" dt="2026-01-20T10:01:18.357" v="207" actId="26606"/>
          <ac:spMkLst>
            <pc:docMk/>
            <pc:sldMk cId="3647432258" sldId="258"/>
            <ac:spMk id="15" creationId="{353CF00F-82D0-0DBA-75D5-1D01B4526C68}"/>
          </ac:spMkLst>
        </pc:spChg>
        <pc:spChg chg="add del">
          <ac:chgData name="mohammad irfan" userId="33eeeb27-b3aa-41fc-ba06-a385d5fda6b9" providerId="ADAL" clId="{D089E6A2-60CC-48C2-9E68-674DB9B45793}" dt="2026-01-20T10:01:26.502" v="210" actId="26606"/>
          <ac:spMkLst>
            <pc:docMk/>
            <pc:sldMk cId="3647432258" sldId="258"/>
            <ac:spMk id="17" creationId="{1A466FCC-26A6-AD0C-513D-472AAABEC282}"/>
          </ac:spMkLst>
        </pc:spChg>
        <pc:spChg chg="add">
          <ac:chgData name="mohammad irfan" userId="33eeeb27-b3aa-41fc-ba06-a385d5fda6b9" providerId="ADAL" clId="{D089E6A2-60CC-48C2-9E68-674DB9B45793}" dt="2026-01-20T10:01:26.519" v="211" actId="26606"/>
          <ac:spMkLst>
            <pc:docMk/>
            <pc:sldMk cId="3647432258" sldId="258"/>
            <ac:spMk id="19" creationId="{848BE9A0-D1B2-9560-05F1-9376596FAC1A}"/>
          </ac:spMkLst>
        </pc:spChg>
        <pc:graphicFrameChg chg="add del mod">
          <ac:chgData name="mohammad irfan" userId="33eeeb27-b3aa-41fc-ba06-a385d5fda6b9" providerId="ADAL" clId="{D089E6A2-60CC-48C2-9E68-674DB9B45793}" dt="2026-01-20T10:14:09.301" v="227" actId="478"/>
          <ac:graphicFrameMkLst>
            <pc:docMk/>
            <pc:sldMk cId="3647432258" sldId="258"/>
            <ac:graphicFrameMk id="4" creationId="{EC0ECF4C-449D-40DB-4241-7E06B95AF268}"/>
          </ac:graphicFrameMkLst>
        </pc:graphicFrameChg>
        <pc:graphicFrameChg chg="add del mod">
          <ac:chgData name="mohammad irfan" userId="33eeeb27-b3aa-41fc-ba06-a385d5fda6b9" providerId="ADAL" clId="{D089E6A2-60CC-48C2-9E68-674DB9B45793}" dt="2026-01-20T10:14:14.272" v="230" actId="478"/>
          <ac:graphicFrameMkLst>
            <pc:docMk/>
            <pc:sldMk cId="3647432258" sldId="258"/>
            <ac:graphicFrameMk id="7" creationId="{EC0ECF4C-449D-40DB-4241-7E06B95AF268}"/>
          </ac:graphicFrameMkLst>
        </pc:graphicFrameChg>
        <pc:graphicFrameChg chg="add mod">
          <ac:chgData name="mohammad irfan" userId="33eeeb27-b3aa-41fc-ba06-a385d5fda6b9" providerId="ADAL" clId="{D089E6A2-60CC-48C2-9E68-674DB9B45793}" dt="2026-01-20T10:16:37.947" v="235" actId="1076"/>
          <ac:graphicFrameMkLst>
            <pc:docMk/>
            <pc:sldMk cId="3647432258" sldId="258"/>
            <ac:graphicFrameMk id="12" creationId="{EC0ECF4C-449D-40DB-4241-7E06B95AF268}"/>
          </ac:graphicFrameMkLst>
        </pc:graphicFrameChg>
      </pc:sldChg>
      <pc:sldChg chg="addSp delSp modSp add mod modAnim">
        <pc:chgData name="mohammad irfan" userId="33eeeb27-b3aa-41fc-ba06-a385d5fda6b9" providerId="ADAL" clId="{D089E6A2-60CC-48C2-9E68-674DB9B45793}" dt="2026-01-20T10:39:44.612" v="352" actId="2711"/>
        <pc:sldMkLst>
          <pc:docMk/>
          <pc:sldMk cId="2769994683" sldId="259"/>
        </pc:sldMkLst>
        <pc:spChg chg="mod">
          <ac:chgData name="mohammad irfan" userId="33eeeb27-b3aa-41fc-ba06-a385d5fda6b9" providerId="ADAL" clId="{D089E6A2-60CC-48C2-9E68-674DB9B45793}" dt="2026-01-20T10:39:44.612" v="352" actId="2711"/>
          <ac:spMkLst>
            <pc:docMk/>
            <pc:sldMk cId="2769994683" sldId="259"/>
            <ac:spMk id="2" creationId="{33CA7268-D687-ADAA-E394-547F73777D0E}"/>
          </ac:spMkLst>
        </pc:spChg>
        <pc:spChg chg="add del mod">
          <ac:chgData name="mohammad irfan" userId="33eeeb27-b3aa-41fc-ba06-a385d5fda6b9" providerId="ADAL" clId="{D089E6A2-60CC-48C2-9E68-674DB9B45793}" dt="2026-01-20T10:31:11.023" v="238"/>
          <ac:spMkLst>
            <pc:docMk/>
            <pc:sldMk cId="2769994683" sldId="259"/>
            <ac:spMk id="4" creationId="{D3D2676A-2B47-2C81-DE3C-B3B829ED0A6F}"/>
          </ac:spMkLst>
        </pc:spChg>
        <pc:spChg chg="add del mod">
          <ac:chgData name="mohammad irfan" userId="33eeeb27-b3aa-41fc-ba06-a385d5fda6b9" providerId="ADAL" clId="{D089E6A2-60CC-48C2-9E68-674DB9B45793}" dt="2026-01-20T10:31:32.218" v="243"/>
          <ac:spMkLst>
            <pc:docMk/>
            <pc:sldMk cId="2769994683" sldId="259"/>
            <ac:spMk id="7" creationId="{DB0DDCD4-9FDA-CBC7-289D-D4F261DF9174}"/>
          </ac:spMkLst>
        </pc:spChg>
        <pc:graphicFrameChg chg="add del mod modGraphic">
          <ac:chgData name="mohammad irfan" userId="33eeeb27-b3aa-41fc-ba06-a385d5fda6b9" providerId="ADAL" clId="{D089E6A2-60CC-48C2-9E68-674DB9B45793}" dt="2026-01-20T10:31:25.040" v="242" actId="478"/>
          <ac:graphicFrameMkLst>
            <pc:docMk/>
            <pc:sldMk cId="2769994683" sldId="259"/>
            <ac:graphicFrameMk id="5" creationId="{9231C041-900F-633F-A67F-D88E034CAF21}"/>
          </ac:graphicFrameMkLst>
        </pc:graphicFrameChg>
        <pc:graphicFrameChg chg="add mod modGraphic">
          <ac:chgData name="mohammad irfan" userId="33eeeb27-b3aa-41fc-ba06-a385d5fda6b9" providerId="ADAL" clId="{D089E6A2-60CC-48C2-9E68-674DB9B45793}" dt="2026-01-20T10:31:43.474" v="245" actId="14100"/>
          <ac:graphicFrameMkLst>
            <pc:docMk/>
            <pc:sldMk cId="2769994683" sldId="259"/>
            <ac:graphicFrameMk id="8" creationId="{FC6F316D-B71D-91C7-951B-6A9FF0B1E0CD}"/>
          </ac:graphicFrameMkLst>
        </pc:graphicFrameChg>
        <pc:graphicFrameChg chg="del">
          <ac:chgData name="mohammad irfan" userId="33eeeb27-b3aa-41fc-ba06-a385d5fda6b9" providerId="ADAL" clId="{D089E6A2-60CC-48C2-9E68-674DB9B45793}" dt="2026-01-20T10:31:08.384" v="237" actId="478"/>
          <ac:graphicFrameMkLst>
            <pc:docMk/>
            <pc:sldMk cId="2769994683" sldId="259"/>
            <ac:graphicFrameMk id="12" creationId="{C61BD5EA-05E3-D7C0-64E7-BCC6990C26B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ammad.irfan\Downloads\Project%20D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ammad.irfan\Downloads\Project%20D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ammad.irfan\Downloads\Project%20D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D1.xlsx]Monthly!PivotTable1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Monthly!$B$3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Monthly!$A$4:$A$6</c:f>
              <c:strCache>
                <c:ptCount val="2"/>
                <c:pt idx="0">
                  <c:v>January</c:v>
                </c:pt>
                <c:pt idx="1">
                  <c:v>Febuary</c:v>
                </c:pt>
              </c:strCache>
            </c:strRef>
          </c:cat>
          <c:val>
            <c:numRef>
              <c:f>Monthly!$B$4:$B$6</c:f>
              <c:numCache>
                <c:formatCode>General</c:formatCode>
                <c:ptCount val="2"/>
                <c:pt idx="0">
                  <c:v>688</c:v>
                </c:pt>
                <c:pt idx="1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C-4263-964C-18693AD7F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53374400"/>
        <c:axId val="1953371040"/>
        <c:axId val="0"/>
      </c:bar3DChart>
      <c:catAx>
        <c:axId val="195337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371040"/>
        <c:crosses val="autoZero"/>
        <c:auto val="1"/>
        <c:lblAlgn val="ctr"/>
        <c:lblOffset val="100"/>
        <c:noMultiLvlLbl val="0"/>
      </c:catAx>
      <c:valAx>
        <c:axId val="195337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37440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D1.xlsx]Hour &amp; Monthly C!PivotTable3</c:name>
    <c:fmtId val="8"/>
  </c:pivotSource>
  <c:chart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2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2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2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'Hour &amp; Monthly C'!$B$3:$B$4</c:f>
              <c:strCache>
                <c:ptCount val="1"/>
                <c:pt idx="0">
                  <c:v>Jan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'Hour &amp; Monthly C'!$A$5:$A$29</c:f>
              <c:strCache>
                <c:ptCount val="24"/>
                <c:pt idx="0">
                  <c:v>12:00 AM</c:v>
                </c:pt>
                <c:pt idx="1">
                  <c:v>1:00 AM</c:v>
                </c:pt>
                <c:pt idx="2">
                  <c:v>2:00 AM</c:v>
                </c:pt>
                <c:pt idx="3">
                  <c:v>3:00 AM</c:v>
                </c:pt>
                <c:pt idx="4">
                  <c:v>4:00 AM</c:v>
                </c:pt>
                <c:pt idx="5">
                  <c:v>5:00 AM</c:v>
                </c:pt>
                <c:pt idx="6">
                  <c:v>6:00 AM</c:v>
                </c:pt>
                <c:pt idx="7">
                  <c:v>7:00 AM</c:v>
                </c:pt>
                <c:pt idx="8">
                  <c:v>8:00 AM</c:v>
                </c:pt>
                <c:pt idx="9">
                  <c:v>9:00 AM</c:v>
                </c:pt>
                <c:pt idx="10">
                  <c:v>10:00 AM</c:v>
                </c:pt>
                <c:pt idx="11">
                  <c:v>11:00 AM</c:v>
                </c:pt>
                <c:pt idx="12">
                  <c:v>12:00 PM</c:v>
                </c:pt>
                <c:pt idx="13">
                  <c:v>1:00 PM</c:v>
                </c:pt>
                <c:pt idx="14">
                  <c:v>2:00 PM</c:v>
                </c:pt>
                <c:pt idx="15">
                  <c:v>3:00 PM</c:v>
                </c:pt>
                <c:pt idx="16">
                  <c:v>4:00 PM</c:v>
                </c:pt>
                <c:pt idx="17">
                  <c:v>5:00 PM</c:v>
                </c:pt>
                <c:pt idx="18">
                  <c:v>6:00 PM</c:v>
                </c:pt>
                <c:pt idx="19">
                  <c:v>7:00 PM</c:v>
                </c:pt>
                <c:pt idx="20">
                  <c:v>8:00 PM</c:v>
                </c:pt>
                <c:pt idx="21">
                  <c:v>9:00 PM</c:v>
                </c:pt>
                <c:pt idx="22">
                  <c:v>10:00 PM</c:v>
                </c:pt>
                <c:pt idx="23">
                  <c:v>11:00 PM</c:v>
                </c:pt>
              </c:strCache>
            </c:strRef>
          </c:cat>
          <c:val>
            <c:numRef>
              <c:f>'Hour &amp; Monthly C'!$B$5:$B$29</c:f>
              <c:numCache>
                <c:formatCode>General</c:formatCode>
                <c:ptCount val="24"/>
                <c:pt idx="0">
                  <c:v>29</c:v>
                </c:pt>
                <c:pt idx="1">
                  <c:v>29</c:v>
                </c:pt>
                <c:pt idx="2">
                  <c:v>27</c:v>
                </c:pt>
                <c:pt idx="3">
                  <c:v>19</c:v>
                </c:pt>
                <c:pt idx="4">
                  <c:v>23</c:v>
                </c:pt>
                <c:pt idx="5">
                  <c:v>26</c:v>
                </c:pt>
                <c:pt idx="6">
                  <c:v>28</c:v>
                </c:pt>
                <c:pt idx="7">
                  <c:v>29</c:v>
                </c:pt>
                <c:pt idx="8">
                  <c:v>29</c:v>
                </c:pt>
                <c:pt idx="9">
                  <c:v>29</c:v>
                </c:pt>
                <c:pt idx="10">
                  <c:v>29</c:v>
                </c:pt>
                <c:pt idx="11">
                  <c:v>29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30</c:v>
                </c:pt>
                <c:pt idx="16">
                  <c:v>31</c:v>
                </c:pt>
                <c:pt idx="17">
                  <c:v>31</c:v>
                </c:pt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E0-4D71-9D06-B103B43D3474}"/>
            </c:ext>
          </c:extLst>
        </c:ser>
        <c:ser>
          <c:idx val="1"/>
          <c:order val="1"/>
          <c:tx>
            <c:strRef>
              <c:f>'Hour &amp; Monthly C'!$C$3:$C$4</c:f>
              <c:strCache>
                <c:ptCount val="1"/>
                <c:pt idx="0">
                  <c:v>Feb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/>
              </a:outerShdw>
            </a:effectLst>
          </c:spPr>
          <c:marker>
            <c:symbol val="circle"/>
            <c:size val="5"/>
            <c:spPr>
              <a:solidFill>
                <a:schemeClr val="accent2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'Hour &amp; Monthly C'!$A$5:$A$29</c:f>
              <c:strCache>
                <c:ptCount val="24"/>
                <c:pt idx="0">
                  <c:v>12:00 AM</c:v>
                </c:pt>
                <c:pt idx="1">
                  <c:v>1:00 AM</c:v>
                </c:pt>
                <c:pt idx="2">
                  <c:v>2:00 AM</c:v>
                </c:pt>
                <c:pt idx="3">
                  <c:v>3:00 AM</c:v>
                </c:pt>
                <c:pt idx="4">
                  <c:v>4:00 AM</c:v>
                </c:pt>
                <c:pt idx="5">
                  <c:v>5:00 AM</c:v>
                </c:pt>
                <c:pt idx="6">
                  <c:v>6:00 AM</c:v>
                </c:pt>
                <c:pt idx="7">
                  <c:v>7:00 AM</c:v>
                </c:pt>
                <c:pt idx="8">
                  <c:v>8:00 AM</c:v>
                </c:pt>
                <c:pt idx="9">
                  <c:v>9:00 AM</c:v>
                </c:pt>
                <c:pt idx="10">
                  <c:v>10:00 AM</c:v>
                </c:pt>
                <c:pt idx="11">
                  <c:v>11:00 AM</c:v>
                </c:pt>
                <c:pt idx="12">
                  <c:v>12:00 PM</c:v>
                </c:pt>
                <c:pt idx="13">
                  <c:v>1:00 PM</c:v>
                </c:pt>
                <c:pt idx="14">
                  <c:v>2:00 PM</c:v>
                </c:pt>
                <c:pt idx="15">
                  <c:v>3:00 PM</c:v>
                </c:pt>
                <c:pt idx="16">
                  <c:v>4:00 PM</c:v>
                </c:pt>
                <c:pt idx="17">
                  <c:v>5:00 PM</c:v>
                </c:pt>
                <c:pt idx="18">
                  <c:v>6:00 PM</c:v>
                </c:pt>
                <c:pt idx="19">
                  <c:v>7:00 PM</c:v>
                </c:pt>
                <c:pt idx="20">
                  <c:v>8:00 PM</c:v>
                </c:pt>
                <c:pt idx="21">
                  <c:v>9:00 PM</c:v>
                </c:pt>
                <c:pt idx="22">
                  <c:v>10:00 PM</c:v>
                </c:pt>
                <c:pt idx="23">
                  <c:v>11:00 PM</c:v>
                </c:pt>
              </c:strCache>
            </c:strRef>
          </c:cat>
          <c:val>
            <c:numRef>
              <c:f>'Hour &amp; Monthly C'!$C$5:$C$29</c:f>
              <c:numCache>
                <c:formatCode>General</c:formatCode>
                <c:ptCount val="24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12</c:v>
                </c:pt>
                <c:pt idx="4">
                  <c:v>9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13</c:v>
                </c:pt>
                <c:pt idx="9">
                  <c:v>13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13</c:v>
                </c:pt>
                <c:pt idx="21">
                  <c:v>13</c:v>
                </c:pt>
                <c:pt idx="22">
                  <c:v>13</c:v>
                </c:pt>
                <c:pt idx="23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E0-4D71-9D06-B103B43D347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1947143920"/>
        <c:axId val="1947142480"/>
      </c:lineChart>
      <c:catAx>
        <c:axId val="194714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142480"/>
        <c:crosses val="autoZero"/>
        <c:auto val="1"/>
        <c:lblAlgn val="ctr"/>
        <c:lblOffset val="100"/>
        <c:noMultiLvlLbl val="0"/>
      </c:catAx>
      <c:valAx>
        <c:axId val="1947142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14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D1.xlsx]Rental Source!PivotTable7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Rantel source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'Rental Source'!$B$3</c:f>
              <c:strCache>
                <c:ptCount val="1"/>
                <c:pt idx="0">
                  <c:v>Sum of casual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'Rental Source'!$A$4:$A$49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'Rental Source'!$B$4:$B$49</c:f>
              <c:numCache>
                <c:formatCode>General</c:formatCode>
                <c:ptCount val="45"/>
                <c:pt idx="0">
                  <c:v>331</c:v>
                </c:pt>
                <c:pt idx="1">
                  <c:v>131</c:v>
                </c:pt>
                <c:pt idx="2">
                  <c:v>120</c:v>
                </c:pt>
                <c:pt idx="3">
                  <c:v>108</c:v>
                </c:pt>
                <c:pt idx="4">
                  <c:v>82</c:v>
                </c:pt>
                <c:pt idx="5">
                  <c:v>88</c:v>
                </c:pt>
                <c:pt idx="6">
                  <c:v>148</c:v>
                </c:pt>
                <c:pt idx="7">
                  <c:v>68</c:v>
                </c:pt>
                <c:pt idx="8">
                  <c:v>54</c:v>
                </c:pt>
                <c:pt idx="9">
                  <c:v>41</c:v>
                </c:pt>
                <c:pt idx="10">
                  <c:v>43</c:v>
                </c:pt>
                <c:pt idx="11">
                  <c:v>25</c:v>
                </c:pt>
                <c:pt idx="12">
                  <c:v>38</c:v>
                </c:pt>
                <c:pt idx="13">
                  <c:v>54</c:v>
                </c:pt>
                <c:pt idx="14">
                  <c:v>222</c:v>
                </c:pt>
                <c:pt idx="15">
                  <c:v>251</c:v>
                </c:pt>
                <c:pt idx="16">
                  <c:v>117</c:v>
                </c:pt>
                <c:pt idx="17">
                  <c:v>9</c:v>
                </c:pt>
                <c:pt idx="18">
                  <c:v>78</c:v>
                </c:pt>
                <c:pt idx="19">
                  <c:v>83</c:v>
                </c:pt>
                <c:pt idx="20">
                  <c:v>75</c:v>
                </c:pt>
                <c:pt idx="21">
                  <c:v>93</c:v>
                </c:pt>
                <c:pt idx="22">
                  <c:v>150</c:v>
                </c:pt>
                <c:pt idx="23">
                  <c:v>86</c:v>
                </c:pt>
                <c:pt idx="24">
                  <c:v>186</c:v>
                </c:pt>
                <c:pt idx="25">
                  <c:v>34</c:v>
                </c:pt>
                <c:pt idx="26">
                  <c:v>15</c:v>
                </c:pt>
                <c:pt idx="27">
                  <c:v>38</c:v>
                </c:pt>
                <c:pt idx="28">
                  <c:v>123</c:v>
                </c:pt>
                <c:pt idx="29">
                  <c:v>140</c:v>
                </c:pt>
                <c:pt idx="30">
                  <c:v>42</c:v>
                </c:pt>
                <c:pt idx="31">
                  <c:v>47</c:v>
                </c:pt>
                <c:pt idx="32">
                  <c:v>72</c:v>
                </c:pt>
                <c:pt idx="33">
                  <c:v>61</c:v>
                </c:pt>
                <c:pt idx="34">
                  <c:v>88</c:v>
                </c:pt>
                <c:pt idx="35">
                  <c:v>100</c:v>
                </c:pt>
                <c:pt idx="36">
                  <c:v>354</c:v>
                </c:pt>
                <c:pt idx="37">
                  <c:v>120</c:v>
                </c:pt>
                <c:pt idx="38">
                  <c:v>64</c:v>
                </c:pt>
                <c:pt idx="39">
                  <c:v>53</c:v>
                </c:pt>
                <c:pt idx="40">
                  <c:v>47</c:v>
                </c:pt>
                <c:pt idx="41">
                  <c:v>149</c:v>
                </c:pt>
                <c:pt idx="42">
                  <c:v>288</c:v>
                </c:pt>
                <c:pt idx="43">
                  <c:v>397</c:v>
                </c:pt>
                <c:pt idx="4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29-48E5-8D9B-6DE3E42A3465}"/>
            </c:ext>
          </c:extLst>
        </c:ser>
        <c:ser>
          <c:idx val="1"/>
          <c:order val="1"/>
          <c:tx>
            <c:strRef>
              <c:f>'Rental Source'!$C$3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'Rental Source'!$A$4:$A$49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'Rental Source'!$C$4:$C$49</c:f>
              <c:numCache>
                <c:formatCode>General</c:formatCode>
                <c:ptCount val="45"/>
                <c:pt idx="0">
                  <c:v>654</c:v>
                </c:pt>
                <c:pt idx="1">
                  <c:v>670</c:v>
                </c:pt>
                <c:pt idx="2">
                  <c:v>1229</c:v>
                </c:pt>
                <c:pt idx="3">
                  <c:v>1454</c:v>
                </c:pt>
                <c:pt idx="4">
                  <c:v>1518</c:v>
                </c:pt>
                <c:pt idx="5">
                  <c:v>1518</c:v>
                </c:pt>
                <c:pt idx="6">
                  <c:v>1362</c:v>
                </c:pt>
                <c:pt idx="7">
                  <c:v>891</c:v>
                </c:pt>
                <c:pt idx="8">
                  <c:v>768</c:v>
                </c:pt>
                <c:pt idx="9">
                  <c:v>1280</c:v>
                </c:pt>
                <c:pt idx="10">
                  <c:v>1220</c:v>
                </c:pt>
                <c:pt idx="11">
                  <c:v>1137</c:v>
                </c:pt>
                <c:pt idx="12">
                  <c:v>1368</c:v>
                </c:pt>
                <c:pt idx="13">
                  <c:v>1367</c:v>
                </c:pt>
                <c:pt idx="14">
                  <c:v>1026</c:v>
                </c:pt>
                <c:pt idx="15">
                  <c:v>953</c:v>
                </c:pt>
                <c:pt idx="16">
                  <c:v>883</c:v>
                </c:pt>
                <c:pt idx="17">
                  <c:v>674</c:v>
                </c:pt>
                <c:pt idx="18">
                  <c:v>1572</c:v>
                </c:pt>
                <c:pt idx="19">
                  <c:v>1844</c:v>
                </c:pt>
                <c:pt idx="20">
                  <c:v>1468</c:v>
                </c:pt>
                <c:pt idx="21">
                  <c:v>888</c:v>
                </c:pt>
                <c:pt idx="22">
                  <c:v>836</c:v>
                </c:pt>
                <c:pt idx="23">
                  <c:v>1330</c:v>
                </c:pt>
                <c:pt idx="24">
                  <c:v>1799</c:v>
                </c:pt>
                <c:pt idx="25">
                  <c:v>472</c:v>
                </c:pt>
                <c:pt idx="26">
                  <c:v>416</c:v>
                </c:pt>
                <c:pt idx="27">
                  <c:v>1129</c:v>
                </c:pt>
                <c:pt idx="28">
                  <c:v>975</c:v>
                </c:pt>
                <c:pt idx="29">
                  <c:v>956</c:v>
                </c:pt>
                <c:pt idx="30">
                  <c:v>1459</c:v>
                </c:pt>
                <c:pt idx="31">
                  <c:v>1313</c:v>
                </c:pt>
                <c:pt idx="32">
                  <c:v>1454</c:v>
                </c:pt>
                <c:pt idx="33">
                  <c:v>1489</c:v>
                </c:pt>
                <c:pt idx="34">
                  <c:v>1620</c:v>
                </c:pt>
                <c:pt idx="35">
                  <c:v>905</c:v>
                </c:pt>
                <c:pt idx="36">
                  <c:v>1269</c:v>
                </c:pt>
                <c:pt idx="37">
                  <c:v>1592</c:v>
                </c:pt>
                <c:pt idx="38">
                  <c:v>1466</c:v>
                </c:pt>
                <c:pt idx="39">
                  <c:v>1552</c:v>
                </c:pt>
                <c:pt idx="40">
                  <c:v>1491</c:v>
                </c:pt>
                <c:pt idx="41">
                  <c:v>1597</c:v>
                </c:pt>
                <c:pt idx="42">
                  <c:v>1184</c:v>
                </c:pt>
                <c:pt idx="43">
                  <c:v>1192</c:v>
                </c:pt>
                <c:pt idx="44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29-48E5-8D9B-6DE3E42A3465}"/>
            </c:ext>
          </c:extLst>
        </c:ser>
        <c:ser>
          <c:idx val="2"/>
          <c:order val="2"/>
          <c:tx>
            <c:strRef>
              <c:f>'Rental Source'!$D$3</c:f>
              <c:strCache>
                <c:ptCount val="1"/>
                <c:pt idx="0">
                  <c:v>Sum of cnt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'Rental Source'!$A$4:$A$49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'Rental Source'!$D$4:$D$49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29-48E5-8D9B-6DE3E42A3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84780687"/>
        <c:axId val="1084783567"/>
        <c:axId val="0"/>
      </c:bar3DChart>
      <c:catAx>
        <c:axId val="10847806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783567"/>
        <c:crosses val="autoZero"/>
        <c:auto val="1"/>
        <c:lblAlgn val="ctr"/>
        <c:lblOffset val="100"/>
        <c:noMultiLvlLbl val="0"/>
      </c:catAx>
      <c:valAx>
        <c:axId val="108478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780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9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2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7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5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0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8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0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1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3F9A0-9EB0-3769-7703-A699A24F50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/>
        </p:blipFill>
        <p:spPr>
          <a:xfrm>
            <a:off x="97971" y="-375182"/>
            <a:ext cx="10439400" cy="9205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1FFE4-9D7B-7A58-88E8-D187606A2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1393" y="543267"/>
            <a:ext cx="9457978" cy="2243475"/>
          </a:xfrm>
        </p:spPr>
        <p:txBody>
          <a:bodyPr>
            <a:normAutofit/>
          </a:bodyPr>
          <a:lstStyle/>
          <a:p>
            <a:r>
              <a:rPr lang="en-US" sz="5400" dirty="0"/>
              <a:t>Bike Sharing Demand Analysis</a:t>
            </a:r>
          </a:p>
        </p:txBody>
      </p:sp>
    </p:spTree>
    <p:extLst>
      <p:ext uri="{BB962C8B-B14F-4D97-AF65-F5344CB8AC3E}">
        <p14:creationId xmlns:p14="http://schemas.microsoft.com/office/powerpoint/2010/main" val="1816488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103F-203A-5429-59B4-AAD80740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Monthly Sales Graph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88502-08A8-704F-3B1C-FDFBB842E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1061894"/>
            <a:ext cx="3595634" cy="1757506"/>
          </a:xfrm>
        </p:spPr>
        <p:txBody>
          <a:bodyPr/>
          <a:lstStyle/>
          <a:p>
            <a:r>
              <a:rPr lang="en-US" dirty="0"/>
              <a:t>* Compared to January, February sales goes done. So, we can launch offers to increase sales in February month.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B02A89E-2EF4-D39B-818F-87A172ED4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86128"/>
              </p:ext>
            </p:extLst>
          </p:nvPr>
        </p:nvGraphicFramePr>
        <p:xfrm>
          <a:off x="4859133" y="260124"/>
          <a:ext cx="6280150" cy="2559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EB7735E-7878-12F0-79B8-241047ED8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999546"/>
              </p:ext>
            </p:extLst>
          </p:nvPr>
        </p:nvGraphicFramePr>
        <p:xfrm>
          <a:off x="2901042" y="3168876"/>
          <a:ext cx="9062357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01E900C-2B36-DA63-3727-F5ABD27E1060}"/>
              </a:ext>
            </a:extLst>
          </p:cNvPr>
          <p:cNvSpPr txBox="1">
            <a:spLocks/>
          </p:cNvSpPr>
          <p:nvPr/>
        </p:nvSpPr>
        <p:spPr>
          <a:xfrm>
            <a:off x="-16329" y="3533012"/>
            <a:ext cx="2917371" cy="3064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ea typeface="+mj-ea"/>
                <a:cs typeface="+mj-cs"/>
              </a:rPr>
              <a:t>Hourly &amp; monthly comparison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graph shows as sales goes down at mid-night.</a:t>
            </a:r>
          </a:p>
        </p:txBody>
      </p:sp>
    </p:spTree>
    <p:extLst>
      <p:ext uri="{BB962C8B-B14F-4D97-AF65-F5344CB8AC3E}">
        <p14:creationId xmlns:p14="http://schemas.microsoft.com/office/powerpoint/2010/main" val="120513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8BE9A0-D1B2-9560-05F1-9376596FA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E4248-79AE-98A4-C014-8DB85A87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044" y="4931229"/>
            <a:ext cx="9242855" cy="140404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Rental source:</a:t>
            </a:r>
            <a:r>
              <a:rPr lang="en-US" sz="2500" dirty="0"/>
              <a:t> </a:t>
            </a:r>
            <a:br>
              <a:rPr lang="en-US" sz="2500" dirty="0"/>
            </a:br>
            <a:r>
              <a:rPr lang="en-US" sz="2500" dirty="0"/>
              <a:t>We see contact sales is higher as compared to registration           so, we should increase registration also by giving pre-offers and etc.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C0ECF4C-449D-40DB-4241-7E06B95AF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485573"/>
              </p:ext>
            </p:extLst>
          </p:nvPr>
        </p:nvGraphicFramePr>
        <p:xfrm>
          <a:off x="622073" y="169296"/>
          <a:ext cx="10947854" cy="4592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743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AD596-1050-7416-15A2-722B5DFC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0D001B2-D32C-4FF7-950F-ED18D05D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A7268-D687-ADAA-E394-547F7377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964" y="183356"/>
            <a:ext cx="3930328" cy="1845127"/>
          </a:xfrm>
        </p:spPr>
        <p:txBody>
          <a:bodyPr anchor="ctr">
            <a:normAutofit/>
          </a:bodyPr>
          <a:lstStyle/>
          <a:p>
            <a:pPr algn="ctr"/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Book Antiqua" panose="02040602050305030304" pitchFamily="18" charset="0"/>
              </a:rPr>
              <a:t>Heatmap: </a:t>
            </a:r>
            <a:br>
              <a:rPr lang="en-US" sz="2500" dirty="0">
                <a:latin typeface="Book Antiqua" panose="02040602050305030304" pitchFamily="18" charset="0"/>
              </a:rPr>
            </a:br>
            <a:r>
              <a:rPr lang="en-US" sz="1600" dirty="0">
                <a:latin typeface="Book Antiqua" panose="02040602050305030304" pitchFamily="18" charset="0"/>
              </a:rPr>
              <a:t>Data shows site 3, 4 Average hum is high.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C6F316D-B71D-91C7-951B-6A9FF0B1E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315201"/>
              </p:ext>
            </p:extLst>
          </p:nvPr>
        </p:nvGraphicFramePr>
        <p:xfrm>
          <a:off x="172017" y="183356"/>
          <a:ext cx="7328240" cy="2091756"/>
        </p:xfrm>
        <a:graphic>
          <a:graphicData uri="http://schemas.openxmlformats.org/drawingml/2006/table">
            <a:tbl>
              <a:tblPr/>
              <a:tblGrid>
                <a:gridCol w="1499733">
                  <a:extLst>
                    <a:ext uri="{9D8B030D-6E8A-4147-A177-3AD203B41FA5}">
                      <a16:colId xmlns:a16="http://schemas.microsoft.com/office/drawing/2014/main" val="2713266535"/>
                    </a:ext>
                  </a:extLst>
                </a:gridCol>
                <a:gridCol w="1329309">
                  <a:extLst>
                    <a:ext uri="{9D8B030D-6E8A-4147-A177-3AD203B41FA5}">
                      <a16:colId xmlns:a16="http://schemas.microsoft.com/office/drawing/2014/main" val="3461653430"/>
                    </a:ext>
                  </a:extLst>
                </a:gridCol>
                <a:gridCol w="1789454">
                  <a:extLst>
                    <a:ext uri="{9D8B030D-6E8A-4147-A177-3AD203B41FA5}">
                      <a16:colId xmlns:a16="http://schemas.microsoft.com/office/drawing/2014/main" val="2749692882"/>
                    </a:ext>
                  </a:extLst>
                </a:gridCol>
                <a:gridCol w="1278181">
                  <a:extLst>
                    <a:ext uri="{9D8B030D-6E8A-4147-A177-3AD203B41FA5}">
                      <a16:colId xmlns:a16="http://schemas.microsoft.com/office/drawing/2014/main" val="275415467"/>
                    </a:ext>
                  </a:extLst>
                </a:gridCol>
                <a:gridCol w="1431563">
                  <a:extLst>
                    <a:ext uri="{9D8B030D-6E8A-4147-A177-3AD203B41FA5}">
                      <a16:colId xmlns:a16="http://schemas.microsoft.com/office/drawing/2014/main" val="2865509237"/>
                    </a:ext>
                  </a:extLst>
                </a:gridCol>
              </a:tblGrid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Weather Site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temp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windspeed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hum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of atemp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60151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83318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15173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090687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180233"/>
                  </a:ext>
                </a:extLst>
              </a:tr>
              <a:tr h="348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1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99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129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Narrow</vt:lpstr>
      <vt:lpstr>Arial</vt:lpstr>
      <vt:lpstr>Book Antiqua</vt:lpstr>
      <vt:lpstr>Neue Haas Grotesk Text Pro</vt:lpstr>
      <vt:lpstr>VanillaVTI</vt:lpstr>
      <vt:lpstr>Bike Sharing Demand Analysis</vt:lpstr>
      <vt:lpstr>Monthly Sales Graph</vt:lpstr>
      <vt:lpstr>Rental source:  We see contact sales is higher as compared to registration           so, we should increase registration also by giving pre-offers and etc.</vt:lpstr>
      <vt:lpstr>Heatmap:  Data shows site 3, 4 Average hum is high.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irfan</dc:creator>
  <cp:lastModifiedBy>mohammad irfan</cp:lastModifiedBy>
  <cp:revision>1</cp:revision>
  <dcterms:created xsi:type="dcterms:W3CDTF">2026-01-20T09:13:13Z</dcterms:created>
  <dcterms:modified xsi:type="dcterms:W3CDTF">2026-01-20T10:39:44Z</dcterms:modified>
</cp:coreProperties>
</file>